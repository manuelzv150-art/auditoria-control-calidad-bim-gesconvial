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4e4891448447ea" /><Relationship Type="http://schemas.openxmlformats.org/officeDocument/2006/relationships/extended-properties" Target="/docProps/app.xml" Id="Re6de35ddbb594694" /><Relationship Type="http://schemas.openxmlformats.org/officeDocument/2006/relationships/officeDocument" Target="/ppt/presentation.xml" Id="R9a971d5dc1c34a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11ca146439464b"/>
  </p:sldMasterIdLst>
  <p:notesMasterIdLst>
    <p:notesMasterId xmlns:r="http://schemas.openxmlformats.org/officeDocument/2006/relationships" r:id="R4a657d065f73415f"/>
  </p:notesMasterIdLst>
  <p:sldIdLst>
    <p:sldId xmlns:r="http://schemas.openxmlformats.org/officeDocument/2006/relationships" id="256" r:id="Rde6c9afb50d54b64"/>
    <p:sldId xmlns:r="http://schemas.openxmlformats.org/officeDocument/2006/relationships" id="257" r:id="R91ae3cb6869242dc"/>
    <p:sldId xmlns:r="http://schemas.openxmlformats.org/officeDocument/2006/relationships" id="258" r:id="Re575203039704e45"/>
    <p:sldId xmlns:r="http://schemas.openxmlformats.org/officeDocument/2006/relationships" id="259" r:id="Re2ddc906c9ad4ea8"/>
    <p:sldId xmlns:r="http://schemas.openxmlformats.org/officeDocument/2006/relationships" id="260" r:id="R32299dd203644f59"/>
    <p:sldId xmlns:r="http://schemas.openxmlformats.org/officeDocument/2006/relationships" id="261" r:id="R87f7b976411442f9"/>
    <p:sldId xmlns:r="http://schemas.openxmlformats.org/officeDocument/2006/relationships" id="262" r:id="R22a4abb9ee284846"/>
    <p:sldId xmlns:r="http://schemas.openxmlformats.org/officeDocument/2006/relationships" id="263" r:id="R23858e3fb6524b88"/>
    <p:sldId xmlns:r="http://schemas.openxmlformats.org/officeDocument/2006/relationships" id="264" r:id="R98c0df8bc1e94f37"/>
    <p:sldId xmlns:r="http://schemas.openxmlformats.org/officeDocument/2006/relationships" id="265" r:id="R59b129bf4456438d"/>
    <p:sldId xmlns:r="http://schemas.openxmlformats.org/officeDocument/2006/relationships" id="266" r:id="Rd7da1f0603074af9"/>
    <p:sldId xmlns:r="http://schemas.openxmlformats.org/officeDocument/2006/relationships" id="267" r:id="R02a7e0d828ed49b7"/>
    <p:sldId xmlns:r="http://schemas.openxmlformats.org/officeDocument/2006/relationships" id="268" r:id="R6a691dbb966243e7"/>
    <p:sldId xmlns:r="http://schemas.openxmlformats.org/officeDocument/2006/relationships" id="269" r:id="Ra92eec2fc8994e69"/>
    <p:sldId xmlns:r="http://schemas.openxmlformats.org/officeDocument/2006/relationships" id="270" r:id="R194eb49cf1ed4e44"/>
    <p:sldId xmlns:r="http://schemas.openxmlformats.org/officeDocument/2006/relationships" id="271" r:id="Rc6cbad2ce2c941e9"/>
    <p:sldId xmlns:r="http://schemas.openxmlformats.org/officeDocument/2006/relationships" id="272" r:id="R5bab25a8269540a8"/>
    <p:sldId xmlns:r="http://schemas.openxmlformats.org/officeDocument/2006/relationships" id="273" r:id="Rdc9d6efe4d0741e8"/>
    <p:sldId xmlns:r="http://schemas.openxmlformats.org/officeDocument/2006/relationships" id="274" r:id="R17565914cabc4a33"/>
    <p:sldId xmlns:r="http://schemas.openxmlformats.org/officeDocument/2006/relationships" id="275" r:id="R25152b05d937476f"/>
    <p:sldId xmlns:r="http://schemas.openxmlformats.org/officeDocument/2006/relationships" id="276" r:id="R1c0d420ced01424b"/>
    <p:sldId xmlns:r="http://schemas.openxmlformats.org/officeDocument/2006/relationships" id="277" r:id="R64b7982ffc7243cd"/>
    <p:sldId xmlns:r="http://schemas.openxmlformats.org/officeDocument/2006/relationships" id="278" r:id="Rc033553f137c4152"/>
    <p:sldId xmlns:r="http://schemas.openxmlformats.org/officeDocument/2006/relationships" id="279" r:id="R9a155352a22f482c"/>
    <p:sldId xmlns:r="http://schemas.openxmlformats.org/officeDocument/2006/relationships" id="280" r:id="R6c831b4a8d844f6c"/>
    <p:sldId xmlns:r="http://schemas.openxmlformats.org/officeDocument/2006/relationships" id="281" r:id="R56ff9d4ebd794c4c"/>
    <p:sldId xmlns:r="http://schemas.openxmlformats.org/officeDocument/2006/relationships" id="282" r:id="R91a2195164c64406"/>
    <p:sldId xmlns:r="http://schemas.openxmlformats.org/officeDocument/2006/relationships" id="283" r:id="R0dc75c560ffd494c"/>
    <p:sldId xmlns:r="http://schemas.openxmlformats.org/officeDocument/2006/relationships" id="284" r:id="Rb1ec2d7f5ad34b4b"/>
    <p:sldId xmlns:r="http://schemas.openxmlformats.org/officeDocument/2006/relationships" id="285" r:id="R865cf8a32aa54e7a"/>
    <p:sldId xmlns:r="http://schemas.openxmlformats.org/officeDocument/2006/relationships" id="286" r:id="Rb684a0de4b0e45c1"/>
    <p:sldId xmlns:r="http://schemas.openxmlformats.org/officeDocument/2006/relationships" id="287" r:id="R1b76c7fc15174785"/>
    <p:sldId xmlns:r="http://schemas.openxmlformats.org/officeDocument/2006/relationships" id="288" r:id="Rd48af766cb094934"/>
    <p:sldId xmlns:r="http://schemas.openxmlformats.org/officeDocument/2006/relationships" id="289" r:id="R2b7904ac2b934eb6"/>
    <p:sldId xmlns:r="http://schemas.openxmlformats.org/officeDocument/2006/relationships" id="290" r:id="R6d2c7d5ff2d94989"/>
    <p:sldId xmlns:r="http://schemas.openxmlformats.org/officeDocument/2006/relationships" id="291" r:id="R4f19401f0e2546c5"/>
    <p:sldId xmlns:r="http://schemas.openxmlformats.org/officeDocument/2006/relationships" id="292" r:id="R6050303a04124511"/>
    <p:sldId xmlns:r="http://schemas.openxmlformats.org/officeDocument/2006/relationships" id="293" r:id="R49432e512ea34295"/>
    <p:sldId xmlns:r="http://schemas.openxmlformats.org/officeDocument/2006/relationships" id="294" r:id="R6facf9bcd8d34391"/>
    <p:sldId xmlns:r="http://schemas.openxmlformats.org/officeDocument/2006/relationships" id="295" r:id="R106b479636214142"/>
    <p:sldId xmlns:r="http://schemas.openxmlformats.org/officeDocument/2006/relationships" id="296" r:id="R0515c20b87524da5"/>
    <p:sldId xmlns:r="http://schemas.openxmlformats.org/officeDocument/2006/relationships" id="297" r:id="Rf26ffd5b0fdf4c51"/>
    <p:sldId xmlns:r="http://schemas.openxmlformats.org/officeDocument/2006/relationships" id="298" r:id="R4afeb3940cca4f3e"/>
    <p:sldId xmlns:r="http://schemas.openxmlformats.org/officeDocument/2006/relationships" id="299" r:id="R92560ac9a58845ce"/>
    <p:sldId xmlns:r="http://schemas.openxmlformats.org/officeDocument/2006/relationships" id="300" r:id="Rb4dad8830b244891"/>
    <p:sldId xmlns:r="http://schemas.openxmlformats.org/officeDocument/2006/relationships" id="301" r:id="R826e6ff2d8a3447f"/>
    <p:sldId xmlns:r="http://schemas.openxmlformats.org/officeDocument/2006/relationships" id="302" r:id="R4065fb467bab4e6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36c661f7844731" /><Relationship Type="http://schemas.openxmlformats.org/officeDocument/2006/relationships/slideMaster" Target="/ppt/slideMasters/slideMaster1.xml" Id="R2c11ca146439464b" /><Relationship Type="http://schemas.openxmlformats.org/officeDocument/2006/relationships/notesMaster" Target="/ppt/notesMasters/notesMaster1.xml" Id="R4a657d065f73415f" /><Relationship Type="http://schemas.openxmlformats.org/officeDocument/2006/relationships/presProps" Target="/ppt/presProps.xml" Id="Rde83f4cb9cad4316" /><Relationship Type="http://schemas.openxmlformats.org/officeDocument/2006/relationships/viewProps" Target="/ppt/viewProps.xml" Id="Rd259e580f25b45ad" /><Relationship Type="http://schemas.openxmlformats.org/officeDocument/2006/relationships/tableStyles" Target="/ppt/tableStyles.xml" Id="R0742d439238a40b7" /><Relationship Type="http://schemas.openxmlformats.org/officeDocument/2006/relationships/slide" Target="/ppt/slides/slide1.xml" Id="Rde6c9afb50d54b64" /><Relationship Type="http://schemas.openxmlformats.org/officeDocument/2006/relationships/slide" Target="/ppt/slides/slide2.xml" Id="R91ae3cb6869242dc" /><Relationship Type="http://schemas.openxmlformats.org/officeDocument/2006/relationships/slide" Target="/ppt/slides/slide3.xml" Id="Re575203039704e45" /><Relationship Type="http://schemas.openxmlformats.org/officeDocument/2006/relationships/slide" Target="/ppt/slides/slide4.xml" Id="Re2ddc906c9ad4ea8" /><Relationship Type="http://schemas.openxmlformats.org/officeDocument/2006/relationships/slide" Target="/ppt/slides/slide5.xml" Id="R32299dd203644f59" /><Relationship Type="http://schemas.openxmlformats.org/officeDocument/2006/relationships/slide" Target="/ppt/slides/slide6.xml" Id="R87f7b976411442f9" /><Relationship Type="http://schemas.openxmlformats.org/officeDocument/2006/relationships/slide" Target="/ppt/slides/slide7.xml" Id="R22a4abb9ee284846" /><Relationship Type="http://schemas.openxmlformats.org/officeDocument/2006/relationships/slide" Target="/ppt/slides/slide8.xml" Id="R23858e3fb6524b88" /><Relationship Type="http://schemas.openxmlformats.org/officeDocument/2006/relationships/slide" Target="/ppt/slides/slide9.xml" Id="R98c0df8bc1e94f37" /><Relationship Type="http://schemas.openxmlformats.org/officeDocument/2006/relationships/slide" Target="/ppt/slides/slide10.xml" Id="R59b129bf4456438d" /><Relationship Type="http://schemas.openxmlformats.org/officeDocument/2006/relationships/slide" Target="/ppt/slides/slide11.xml" Id="Rd7da1f0603074af9" /><Relationship Type="http://schemas.openxmlformats.org/officeDocument/2006/relationships/slide" Target="/ppt/slides/slide12.xml" Id="R02a7e0d828ed49b7" /><Relationship Type="http://schemas.openxmlformats.org/officeDocument/2006/relationships/slide" Target="/ppt/slides/slide13.xml" Id="R6a691dbb966243e7" /><Relationship Type="http://schemas.openxmlformats.org/officeDocument/2006/relationships/slide" Target="/ppt/slides/slide14.xml" Id="Ra92eec2fc8994e69" /><Relationship Type="http://schemas.openxmlformats.org/officeDocument/2006/relationships/slide" Target="/ppt/slides/slide15.xml" Id="R194eb49cf1ed4e44" /><Relationship Type="http://schemas.openxmlformats.org/officeDocument/2006/relationships/slide" Target="/ppt/slides/slide16.xml" Id="Rc6cbad2ce2c941e9" /><Relationship Type="http://schemas.openxmlformats.org/officeDocument/2006/relationships/slide" Target="/ppt/slides/slide17.xml" Id="R5bab25a8269540a8" /><Relationship Type="http://schemas.openxmlformats.org/officeDocument/2006/relationships/slide" Target="/ppt/slides/slide18.xml" Id="Rdc9d6efe4d0741e8" /><Relationship Type="http://schemas.openxmlformats.org/officeDocument/2006/relationships/slide" Target="/ppt/slides/slide19.xml" Id="R17565914cabc4a33" /><Relationship Type="http://schemas.openxmlformats.org/officeDocument/2006/relationships/slide" Target="/ppt/slides/slide20.xml" Id="R25152b05d937476f" /><Relationship Type="http://schemas.openxmlformats.org/officeDocument/2006/relationships/slide" Target="/ppt/slides/slide21.xml" Id="R1c0d420ced01424b" /><Relationship Type="http://schemas.openxmlformats.org/officeDocument/2006/relationships/slide" Target="/ppt/slides/slide22.xml" Id="R64b7982ffc7243cd" /><Relationship Type="http://schemas.openxmlformats.org/officeDocument/2006/relationships/slide" Target="/ppt/slides/slide23.xml" Id="Rc033553f137c4152" /><Relationship Type="http://schemas.openxmlformats.org/officeDocument/2006/relationships/slide" Target="/ppt/slides/slide24.xml" Id="R9a155352a22f482c" /><Relationship Type="http://schemas.openxmlformats.org/officeDocument/2006/relationships/slide" Target="/ppt/slides/slide25.xml" Id="R6c831b4a8d844f6c" /><Relationship Type="http://schemas.openxmlformats.org/officeDocument/2006/relationships/slide" Target="/ppt/slides/slide26.xml" Id="R56ff9d4ebd794c4c" /><Relationship Type="http://schemas.openxmlformats.org/officeDocument/2006/relationships/slide" Target="/ppt/slides/slide27.xml" Id="R91a2195164c64406" /><Relationship Type="http://schemas.openxmlformats.org/officeDocument/2006/relationships/slide" Target="/ppt/slides/slide28.xml" Id="R0dc75c560ffd494c" /><Relationship Type="http://schemas.openxmlformats.org/officeDocument/2006/relationships/slide" Target="/ppt/slides/slide29.xml" Id="Rb1ec2d7f5ad34b4b" /><Relationship Type="http://schemas.openxmlformats.org/officeDocument/2006/relationships/slide" Target="/ppt/slides/slide30.xml" Id="R865cf8a32aa54e7a" /><Relationship Type="http://schemas.openxmlformats.org/officeDocument/2006/relationships/slide" Target="/ppt/slides/slide31.xml" Id="Rb684a0de4b0e45c1" /><Relationship Type="http://schemas.openxmlformats.org/officeDocument/2006/relationships/slide" Target="/ppt/slides/slide32.xml" Id="R1b76c7fc15174785" /><Relationship Type="http://schemas.openxmlformats.org/officeDocument/2006/relationships/slide" Target="/ppt/slides/slide33.xml" Id="Rd48af766cb094934" /><Relationship Type="http://schemas.openxmlformats.org/officeDocument/2006/relationships/slide" Target="/ppt/slides/slide34.xml" Id="R2b7904ac2b934eb6" /><Relationship Type="http://schemas.openxmlformats.org/officeDocument/2006/relationships/slide" Target="/ppt/slides/slide35.xml" Id="R6d2c7d5ff2d94989" /><Relationship Type="http://schemas.openxmlformats.org/officeDocument/2006/relationships/slide" Target="/ppt/slides/slide36.xml" Id="R4f19401f0e2546c5" /><Relationship Type="http://schemas.openxmlformats.org/officeDocument/2006/relationships/slide" Target="/ppt/slides/slide37.xml" Id="R6050303a04124511" /><Relationship Type="http://schemas.openxmlformats.org/officeDocument/2006/relationships/slide" Target="/ppt/slides/slide38.xml" Id="R49432e512ea34295" /><Relationship Type="http://schemas.openxmlformats.org/officeDocument/2006/relationships/slide" Target="/ppt/slides/slide39.xml" Id="R6facf9bcd8d34391" /><Relationship Type="http://schemas.openxmlformats.org/officeDocument/2006/relationships/slide" Target="/ppt/slides/slide40.xml" Id="R106b479636214142" /><Relationship Type="http://schemas.openxmlformats.org/officeDocument/2006/relationships/slide" Target="/ppt/slides/slide41.xml" Id="R0515c20b87524da5" /><Relationship Type="http://schemas.openxmlformats.org/officeDocument/2006/relationships/slide" Target="/ppt/slides/slide42.xml" Id="Rf26ffd5b0fdf4c51" /><Relationship Type="http://schemas.openxmlformats.org/officeDocument/2006/relationships/slide" Target="/ppt/slides/slide43.xml" Id="R4afeb3940cca4f3e" /><Relationship Type="http://schemas.openxmlformats.org/officeDocument/2006/relationships/slide" Target="/ppt/slides/slide44.xml" Id="R92560ac9a58845ce" /><Relationship Type="http://schemas.openxmlformats.org/officeDocument/2006/relationships/slide" Target="/ppt/slides/slide45.xml" Id="Rb4dad8830b244891" /><Relationship Type="http://schemas.openxmlformats.org/officeDocument/2006/relationships/slide" Target="/ppt/slides/slide46.xml" Id="R826e6ff2d8a3447f" /><Relationship Type="http://schemas.openxmlformats.org/officeDocument/2006/relationships/slide" Target="/ppt/slides/slide47.xml" Id="R4065fb467bab4e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527d3d045e45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5033f53e734be3" /><Relationship Type="http://schemas.openxmlformats.org/officeDocument/2006/relationships/notesMaster" Target="/ppt/notesMasters/notesMaster1.xml" Id="R7dc1d2837ba741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3da43d88c114f84" /><Relationship Type="http://schemas.openxmlformats.org/officeDocument/2006/relationships/notesMaster" Target="/ppt/notesMasters/notesMaster1.xml" Id="Rb468cd7253a144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dde9e7fcb64276" /><Relationship Type="http://schemas.openxmlformats.org/officeDocument/2006/relationships/notesMaster" Target="/ppt/notesMasters/notesMaster1.xml" Id="R10ab51040cc548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d7bd14f63840a9" /><Relationship Type="http://schemas.openxmlformats.org/officeDocument/2006/relationships/notesMaster" Target="/ppt/notesMasters/notesMaster1.xml" Id="R7ad328a98b0441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0d489733f04e67" /><Relationship Type="http://schemas.openxmlformats.org/officeDocument/2006/relationships/notesMaster" Target="/ppt/notesMasters/notesMaster1.xml" Id="R20b4bd473ebb48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98c57843f642b5" /><Relationship Type="http://schemas.openxmlformats.org/officeDocument/2006/relationships/notesMaster" Target="/ppt/notesMasters/notesMaster1.xml" Id="Rab01522136d04d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a7464e4bb84edd" /><Relationship Type="http://schemas.openxmlformats.org/officeDocument/2006/relationships/notesMaster" Target="/ppt/notesMasters/notesMaster1.xml" Id="Rc00a2691246146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f76432ee17442a" /><Relationship Type="http://schemas.openxmlformats.org/officeDocument/2006/relationships/notesMaster" Target="/ppt/notesMasters/notesMaster1.xml" Id="Rd0ebafe51d834b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570ad4e25014594" /><Relationship Type="http://schemas.openxmlformats.org/officeDocument/2006/relationships/notesMaster" Target="/ppt/notesMasters/notesMaster1.xml" Id="R94485cd67dc7476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ff4d00e73bc43d2" /><Relationship Type="http://schemas.openxmlformats.org/officeDocument/2006/relationships/notesMaster" Target="/ppt/notesMasters/notesMaster1.xml" Id="Rd4cbbb76a61647d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a3446043fd04b15" /><Relationship Type="http://schemas.openxmlformats.org/officeDocument/2006/relationships/notesMaster" Target="/ppt/notesMasters/notesMaster1.xml" Id="Rebf89093373547c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4f99df11e084ec3" /><Relationship Type="http://schemas.openxmlformats.org/officeDocument/2006/relationships/notesMaster" Target="/ppt/notesMasters/notesMaster1.xml" Id="R60246f5302f24f4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8befcdfd5804efb" /><Relationship Type="http://schemas.openxmlformats.org/officeDocument/2006/relationships/notesMaster" Target="/ppt/notesMasters/notesMaster1.xml" Id="R4a22045c61394be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861929c0e3646fa" /><Relationship Type="http://schemas.openxmlformats.org/officeDocument/2006/relationships/notesMaster" Target="/ppt/notesMasters/notesMaster1.xml" Id="R17940ff3878244f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e2a7e99f7f84cb3" /><Relationship Type="http://schemas.openxmlformats.org/officeDocument/2006/relationships/notesMaster" Target="/ppt/notesMasters/notesMaster1.xml" Id="Rf7610371da0940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698d3b5348545f7" /><Relationship Type="http://schemas.openxmlformats.org/officeDocument/2006/relationships/notesMaster" Target="/ppt/notesMasters/notesMaster1.xml" Id="Rb52b8400a44648f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03d8982aa9d4e32" /><Relationship Type="http://schemas.openxmlformats.org/officeDocument/2006/relationships/notesMaster" Target="/ppt/notesMasters/notesMaster1.xml" Id="R015701705e3943b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b3eb8f98ba84478" /><Relationship Type="http://schemas.openxmlformats.org/officeDocument/2006/relationships/notesMaster" Target="/ppt/notesMasters/notesMaster1.xml" Id="R7624b7c2c2724c1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86e3db851c34322" /><Relationship Type="http://schemas.openxmlformats.org/officeDocument/2006/relationships/notesMaster" Target="/ppt/notesMasters/notesMaster1.xml" Id="R16cf8ebcfd624b1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ea1343f1b644378" /><Relationship Type="http://schemas.openxmlformats.org/officeDocument/2006/relationships/notesMaster" Target="/ppt/notesMasters/notesMaster1.xml" Id="R881a347739e74f1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63fe35fe37746f4" /><Relationship Type="http://schemas.openxmlformats.org/officeDocument/2006/relationships/notesMaster" Target="/ppt/notesMasters/notesMaster1.xml" Id="Ra49902ad79d0438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c954608e6c44b03" /><Relationship Type="http://schemas.openxmlformats.org/officeDocument/2006/relationships/notesMaster" Target="/ppt/notesMasters/notesMaster1.xml" Id="R853c9e3f2443456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493ff9b8410475c" /><Relationship Type="http://schemas.openxmlformats.org/officeDocument/2006/relationships/notesMaster" Target="/ppt/notesMasters/notesMaster1.xml" Id="R2e77b4cc6d49423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31e81233e434a56" /><Relationship Type="http://schemas.openxmlformats.org/officeDocument/2006/relationships/notesMaster" Target="/ppt/notesMasters/notesMaster1.xml" Id="Red1f0de71f4e484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ae39774e4ad462e" /><Relationship Type="http://schemas.openxmlformats.org/officeDocument/2006/relationships/notesMaster" Target="/ppt/notesMasters/notesMaster1.xml" Id="R77c875dbea444fb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bd2e47826da4852" /><Relationship Type="http://schemas.openxmlformats.org/officeDocument/2006/relationships/notesMaster" Target="/ppt/notesMasters/notesMaster1.xml" Id="Ra250114e56d347a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3ce357bf4734d39" /><Relationship Type="http://schemas.openxmlformats.org/officeDocument/2006/relationships/notesMaster" Target="/ppt/notesMasters/notesMaster1.xml" Id="R911adda0a1c9491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3baf6d53a5d48a8" /><Relationship Type="http://schemas.openxmlformats.org/officeDocument/2006/relationships/notesMaster" Target="/ppt/notesMasters/notesMaster1.xml" Id="R71f53e4651b6491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84a400d5b614890" /><Relationship Type="http://schemas.openxmlformats.org/officeDocument/2006/relationships/notesMaster" Target="/ppt/notesMasters/notesMaster1.xml" Id="Rd326cb16fd2d48a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62e4d21140a48e7" /><Relationship Type="http://schemas.openxmlformats.org/officeDocument/2006/relationships/notesMaster" Target="/ppt/notesMasters/notesMaster1.xml" Id="R8afad9f94a2747a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951feb48a2c491a" /><Relationship Type="http://schemas.openxmlformats.org/officeDocument/2006/relationships/notesMaster" Target="/ppt/notesMasters/notesMaster1.xml" Id="R4b306779480c414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67ad1450e334b5a" /><Relationship Type="http://schemas.openxmlformats.org/officeDocument/2006/relationships/notesMaster" Target="/ppt/notesMasters/notesMaster1.xml" Id="Rf22a733a3edc44f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343234267464219" /><Relationship Type="http://schemas.openxmlformats.org/officeDocument/2006/relationships/notesMaster" Target="/ppt/notesMasters/notesMaster1.xml" Id="R841356de6f2a40a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25fdefd444d433a" /><Relationship Type="http://schemas.openxmlformats.org/officeDocument/2006/relationships/notesMaster" Target="/ppt/notesMasters/notesMaster1.xml" Id="R14fcd5b67d414d1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549758d90844481" /><Relationship Type="http://schemas.openxmlformats.org/officeDocument/2006/relationships/notesMaster" Target="/ppt/notesMasters/notesMaster1.xml" Id="R98fb3697e1434b3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07f0644d0d043ae" /><Relationship Type="http://schemas.openxmlformats.org/officeDocument/2006/relationships/notesMaster" Target="/ppt/notesMasters/notesMaster1.xml" Id="Re051a95c17e54f5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70905c863824368" /><Relationship Type="http://schemas.openxmlformats.org/officeDocument/2006/relationships/notesMaster" Target="/ppt/notesMasters/notesMaster1.xml" Id="R36b7cdb9801f4d8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edb13984aec40f7" /><Relationship Type="http://schemas.openxmlformats.org/officeDocument/2006/relationships/notesMaster" Target="/ppt/notesMasters/notesMaster1.xml" Id="R6b7d349b35c9489f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24fe489b6544f68" /><Relationship Type="http://schemas.openxmlformats.org/officeDocument/2006/relationships/notesMaster" Target="/ppt/notesMasters/notesMaster1.xml" Id="R36f313fad80b448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78e30753e114828" /><Relationship Type="http://schemas.openxmlformats.org/officeDocument/2006/relationships/notesMaster" Target="/ppt/notesMasters/notesMaster1.xml" Id="Rf1074e0247834e6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41e8bc9b2ce44dac" /><Relationship Type="http://schemas.openxmlformats.org/officeDocument/2006/relationships/notesMaster" Target="/ppt/notesMasters/notesMaster1.xml" Id="Rb385f9ee24ae4b5a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d7ca8f499f34851" /><Relationship Type="http://schemas.openxmlformats.org/officeDocument/2006/relationships/notesMaster" Target="/ppt/notesMasters/notesMaster1.xml" Id="R1d683a99642a443b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4789fb23666849f9" /><Relationship Type="http://schemas.openxmlformats.org/officeDocument/2006/relationships/notesMaster" Target="/ppt/notesMasters/notesMaster1.xml" Id="R3fbf2f47940a4aac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e97a039088b4157" /><Relationship Type="http://schemas.openxmlformats.org/officeDocument/2006/relationships/notesMaster" Target="/ppt/notesMasters/notesMaster1.xml" Id="R69f6acef10364ce6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582b15a5772f4f67" /><Relationship Type="http://schemas.openxmlformats.org/officeDocument/2006/relationships/notesMaster" Target="/ppt/notesMasters/notesMaster1.xml" Id="R0524c684e6854da6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e1a7cb1be7542db" /><Relationship Type="http://schemas.openxmlformats.org/officeDocument/2006/relationships/notesMaster" Target="/ppt/notesMasters/notesMaster1.xml" Id="Rf718d002c0524692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11be5424c5c14914" /><Relationship Type="http://schemas.openxmlformats.org/officeDocument/2006/relationships/notesMaster" Target="/ppt/notesMasters/notesMaster1.xml" Id="R1a1ecc9b1f7742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69c8b7e59e480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f5bb649ad94f0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f0bfead89840b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2d16ba714c4ff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6d3ee0db7b45c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0fe3cff95c4ef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48fb51096e482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3b817da59a4fa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d29c73ae874f4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7906066695496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f31457fbe94c4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2064BE-B93F-474C-83C2-AF07EC9FEDA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6A6A300-D3AC-48FF-8C36-F5CC7DA9193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C988E6D-3AAC-4A8F-8333-97E842F0A6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DE719F-1281-48CD-976E-B3A0F492F84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C1B0D7A-13C8-4ADC-8E49-BBC680840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3FAD7-0085-45B4-836C-0C5AEF9280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09A5883-62CD-4011-9108-480B740FA25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6A3706-7A3C-4420-A5C4-0DAE8E4E4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4BFEBAB-767A-4A51-AD57-B5D4C6831B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2ABCEA-76B1-41B8-A69B-5AF5CA5E0B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4122EB5-69D2-4A50-9F60-35B9368FF7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E14D84-20BB-4E29-8278-DC6D5016E5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8105B4-F6FA-4A7A-9CD8-919D3396329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7C3F2B-74BE-4FE6-9664-E612594472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C723FE0-9BE8-4C5C-9C55-DE189FD452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71030C-6065-49D8-8A9D-618A4C84B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A6E140C-F660-4E41-8167-0501FF322B0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74BA057-33DF-4999-8C2E-D8EF8E188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31540D3-C5EB-4EBD-B435-B55A445B103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CB02741-4990-4F48-96EA-16AA15FF60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BCD1B5E-5633-416C-B760-2304B71FAB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0E67B1B-CEF5-4EC9-89FB-3DC04AD50F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1C2E8A2-4996-449D-BD85-1A74A99B07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D006DFA-81A6-4696-9F40-89571E57BA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1C0AB5-B4D2-490B-95E3-5A5F05B819D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EBE332-B52E-48F9-A4AD-04A823B73E3E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D7F5171-BA0D-42A4-AEE4-B54A29EF5C6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01B7606-16AF-4005-8F81-DBDF206B00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A8F9DFC-92FD-4F1D-9783-36A1E56D4F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550108E-B957-43F6-8A1A-8FA5DAD5AB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333789D-36B5-427B-8E38-738A989311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418B133-D9A3-4AC5-BD18-C5AC3CC1FA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0B7525B-3558-41A9-BC92-77593EEB56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BEC506F-F92B-4EC5-A954-BF3FF5B2C7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1413566-FA15-4E23-9C6D-DC7E0620CE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5FB8566-F8DB-40EA-8F6C-E9BA7BEFD3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CE9CD6-B401-455C-9A05-55CF81161F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9FA535E-7FDB-443E-80EC-30792C41EE6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333B990-D3D2-4659-9B3F-4B90515F44C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38901E3-C307-4A4E-AEF4-25D3C30D1C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F9A89AB-5515-4094-BF5E-7F2046ADC0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C4B240E-4CDB-4668-9307-A2BEA845A2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F72CC0-780E-4181-8D5B-4CA67ADB1F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4FC2E5C4-3C26-45CE-967D-B4EE0345F4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D09FC5-55AE-45AA-924C-313A39624F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5EB1D66-764F-4769-8680-4E831840CF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13A60E1-9B5D-4701-BF79-5F07396726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8290B2D-CD88-4115-94EA-9E48E1B1DB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F79DB7-EDE6-466E-A882-05D5E9C9F4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61EC00-F948-4CFA-B15B-91F699C153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26070CB-36B6-4269-9F39-EFE0ECE8F8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4D633A-474B-43C4-8FAA-CCBCB6A942F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3A81F3A-A06D-4DDD-94F8-C78B378EAE0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F3873A2-EAE2-48F7-8816-74DA9790AA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56CBD85-D31C-47DC-9EA2-E61A3640B0F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1EB44A8-80E8-401F-8858-36619B4C4F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045CB85-3000-429E-B9E7-DF0E85DB1F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8F3AFDA-5E41-49CA-84FC-CC1116D62D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dc2dc1031041c7" /><Relationship Type="http://schemas.openxmlformats.org/officeDocument/2006/relationships/slideLayout" Target="/ppt/slideLayouts/slideLayout1.xml" Id="R5900edfdd6714684" /><Relationship Type="http://schemas.openxmlformats.org/officeDocument/2006/relationships/slideLayout" Target="/ppt/slideLayouts/slideLayout2.xml" Id="R2c6c0c8c127c4f19" /><Relationship Type="http://schemas.openxmlformats.org/officeDocument/2006/relationships/slideLayout" Target="/ppt/slideLayouts/slideLayout3.xml" Id="Rc32789f209e14f06" /><Relationship Type="http://schemas.openxmlformats.org/officeDocument/2006/relationships/slideLayout" Target="/ppt/slideLayouts/slideLayout4.xml" Id="Rf80915e22d0446ec" /><Relationship Type="http://schemas.openxmlformats.org/officeDocument/2006/relationships/slideLayout" Target="/ppt/slideLayouts/slideLayout5.xml" Id="R8bbe74fce49b4b67" /><Relationship Type="http://schemas.openxmlformats.org/officeDocument/2006/relationships/slideLayout" Target="/ppt/slideLayouts/slideLayout6.xml" Id="R0398c8c994454858" /><Relationship Type="http://schemas.openxmlformats.org/officeDocument/2006/relationships/slideLayout" Target="/ppt/slideLayouts/slideLayout7.xml" Id="Rc7e4ae4de22343ce" /><Relationship Type="http://schemas.openxmlformats.org/officeDocument/2006/relationships/slideLayout" Target="/ppt/slideLayouts/slideLayout8.xml" Id="R06e98b95b87f4ece" /><Relationship Type="http://schemas.openxmlformats.org/officeDocument/2006/relationships/slideLayout" Target="/ppt/slideLayouts/slideLayout9.xml" Id="R63b47d48bfd545e7" /><Relationship Type="http://schemas.openxmlformats.org/officeDocument/2006/relationships/slideLayout" Target="/ppt/slideLayouts/slideLayout10.xml" Id="Re307f883bf8a43fb" /><Relationship Type="http://schemas.openxmlformats.org/officeDocument/2006/relationships/slideLayout" Target="/ppt/slideLayouts/slideLayout11.xml" Id="Re831b50a375f4dc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3AC5473-87EF-4DF6-82F2-8C0479A9B3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26BC7B-7EA2-48A3-8562-0BA467D002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3200F80-51F5-43C8-A629-19EC546AC5A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4D0EA44-22FC-4B03-8392-2D5C4FD11D2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9E32D69-845D-4F51-BE19-54B2320C511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00edfdd6714684"/>
    <p:sldLayoutId xmlns:r="http://schemas.openxmlformats.org/officeDocument/2006/relationships" id="2147483650" r:id="R2c6c0c8c127c4f19"/>
    <p:sldLayoutId xmlns:r="http://schemas.openxmlformats.org/officeDocument/2006/relationships" id="2147483651" r:id="Rc32789f209e14f06"/>
    <p:sldLayoutId xmlns:r="http://schemas.openxmlformats.org/officeDocument/2006/relationships" id="2147483652" r:id="Rf80915e22d0446ec"/>
    <p:sldLayoutId xmlns:r="http://schemas.openxmlformats.org/officeDocument/2006/relationships" id="2147483653" r:id="R8bbe74fce49b4b67"/>
    <p:sldLayoutId xmlns:r="http://schemas.openxmlformats.org/officeDocument/2006/relationships" id="2147483654" r:id="R0398c8c994454858"/>
    <p:sldLayoutId xmlns:r="http://schemas.openxmlformats.org/officeDocument/2006/relationships" id="2147483655" r:id="Rc7e4ae4de22343ce"/>
    <p:sldLayoutId xmlns:r="http://schemas.openxmlformats.org/officeDocument/2006/relationships" id="2147483656" r:id="R06e98b95b87f4ece"/>
    <p:sldLayoutId xmlns:r="http://schemas.openxmlformats.org/officeDocument/2006/relationships" id="2147483657" r:id="R63b47d48bfd545e7"/>
    <p:sldLayoutId xmlns:r="http://schemas.openxmlformats.org/officeDocument/2006/relationships" id="2147483658" r:id="Re307f883bf8a43fb"/>
    <p:sldLayoutId xmlns:r="http://schemas.openxmlformats.org/officeDocument/2006/relationships" id="2147483659" r:id="Re831b50a375f4dc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8ee5056b49b490e" /><Relationship Type="http://schemas.openxmlformats.org/officeDocument/2006/relationships/image" Target="/ppt/media/image.png" Id="R6e796732ca8a4092" /><Relationship Type="http://schemas.openxmlformats.org/officeDocument/2006/relationships/image" Target="/ppt/media/image2.png" Id="R4693ca4b97304f3f" /><Relationship Type="http://schemas.openxmlformats.org/officeDocument/2006/relationships/notesSlide" Target="/ppt/notesSlides/notesSlide1.xml" Id="Rb279ff9c4e764d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4fcd13ca594497" /><Relationship Type="http://schemas.openxmlformats.org/officeDocument/2006/relationships/image" Target="/ppt/media/image.png" Id="R1d837df132304788" /><Relationship Type="http://schemas.openxmlformats.org/officeDocument/2006/relationships/notesSlide" Target="/ppt/notesSlides/notesSlide2.xml" Id="Rad667e6037854d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303a3d18c543ef" /><Relationship Type="http://schemas.openxmlformats.org/officeDocument/2006/relationships/notesSlide" Target="/ppt/notesSlides/notesSlide3.xml" Id="R1666d207bea644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9dc12e94064b63" /><Relationship Type="http://schemas.openxmlformats.org/officeDocument/2006/relationships/image" Target="/ppt/media/image.png" Id="R834ffe8864bf464c" /><Relationship Type="http://schemas.openxmlformats.org/officeDocument/2006/relationships/notesSlide" Target="/ppt/notesSlides/notesSlide4.xml" Id="Ra4665f96457248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6347ddab2b45b7" /><Relationship Type="http://schemas.openxmlformats.org/officeDocument/2006/relationships/image" Target="/ppt/media/image.png" Id="Rade89903776a4ce3" /><Relationship Type="http://schemas.openxmlformats.org/officeDocument/2006/relationships/notesSlide" Target="/ppt/notesSlides/notesSlide5.xml" Id="Rff7c6647d54f4f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5a04e53c5547e7" /><Relationship Type="http://schemas.openxmlformats.org/officeDocument/2006/relationships/image" Target="/ppt/media/image.png" Id="R97e5f585f58042cc" /><Relationship Type="http://schemas.openxmlformats.org/officeDocument/2006/relationships/notesSlide" Target="/ppt/notesSlides/notesSlide6.xml" Id="Ra4e42e0fa0da4d8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53ba3c5394486f" /><Relationship Type="http://schemas.openxmlformats.org/officeDocument/2006/relationships/image" Target="/ppt/media/image.png" Id="Rd9b38d4afa3649f6" /><Relationship Type="http://schemas.openxmlformats.org/officeDocument/2006/relationships/notesSlide" Target="/ppt/notesSlides/notesSlide7.xml" Id="Ra7faa3bb61af4d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a8799202e0443b" /><Relationship Type="http://schemas.openxmlformats.org/officeDocument/2006/relationships/image" Target="/ppt/media/image.png" Id="R2567903e2e9744c2" /><Relationship Type="http://schemas.openxmlformats.org/officeDocument/2006/relationships/notesSlide" Target="/ppt/notesSlides/notesSlide8.xml" Id="R97685caaf2e04df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77651039b04b4d" /><Relationship Type="http://schemas.openxmlformats.org/officeDocument/2006/relationships/image" Target="/ppt/media/image.png" Id="R28882147aa9d4b9b" /><Relationship Type="http://schemas.openxmlformats.org/officeDocument/2006/relationships/notesSlide" Target="/ppt/notesSlides/notesSlide9.xml" Id="Rdc3c0a7c01d244a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3a3dd12d5b4736" /><Relationship Type="http://schemas.openxmlformats.org/officeDocument/2006/relationships/image" Target="/ppt/media/image.png" Id="R735d807f72e64309" /><Relationship Type="http://schemas.openxmlformats.org/officeDocument/2006/relationships/notesSlide" Target="/ppt/notesSlides/notesSlide10.xml" Id="R30e9cbc9234f4be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8fdc9a0feb444a4" /><Relationship Type="http://schemas.openxmlformats.org/officeDocument/2006/relationships/image" Target="/ppt/media/image.png" Id="R2345d2c34c604c2f" /><Relationship Type="http://schemas.openxmlformats.org/officeDocument/2006/relationships/notesSlide" Target="/ppt/notesSlides/notesSlide11.xml" Id="Rfa02af418c544cf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09bd6f850141eb" /><Relationship Type="http://schemas.openxmlformats.org/officeDocument/2006/relationships/notesSlide" Target="/ppt/notesSlides/notesSlide12.xml" Id="R49475ef8a4fd441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58e645f984a4254" /><Relationship Type="http://schemas.openxmlformats.org/officeDocument/2006/relationships/image" Target="/ppt/media/image.png" Id="Rd5f148462c7b4636" /><Relationship Type="http://schemas.openxmlformats.org/officeDocument/2006/relationships/notesSlide" Target="/ppt/notesSlides/notesSlide13.xml" Id="Rfbe9b4e9e0cf423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822e5ff0404ef2" /><Relationship Type="http://schemas.openxmlformats.org/officeDocument/2006/relationships/image" Target="/ppt/media/image.png" Id="R23d5fe809298437b" /><Relationship Type="http://schemas.openxmlformats.org/officeDocument/2006/relationships/notesSlide" Target="/ppt/notesSlides/notesSlide14.xml" Id="Rb9246c529a4a40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f42e96cd924f0a" /><Relationship Type="http://schemas.openxmlformats.org/officeDocument/2006/relationships/image" Target="/ppt/media/image.png" Id="R2f54e7ec7b8f4460" /><Relationship Type="http://schemas.openxmlformats.org/officeDocument/2006/relationships/notesSlide" Target="/ppt/notesSlides/notesSlide15.xml" Id="R6bf8ee64981b436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30a14665904dac" /><Relationship Type="http://schemas.openxmlformats.org/officeDocument/2006/relationships/image" Target="/ppt/media/image.png" Id="R235e7a3636ec4223" /><Relationship Type="http://schemas.openxmlformats.org/officeDocument/2006/relationships/notesSlide" Target="/ppt/notesSlides/notesSlide16.xml" Id="R9b16c8cb768a41d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ad6fea2e21a449d" /><Relationship Type="http://schemas.openxmlformats.org/officeDocument/2006/relationships/image" Target="/ppt/media/image.png" Id="Raa40443a2a724e0b" /><Relationship Type="http://schemas.openxmlformats.org/officeDocument/2006/relationships/notesSlide" Target="/ppt/notesSlides/notesSlide17.xml" Id="R29a3750c9b7c4b7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a04d2c860f4d99" /><Relationship Type="http://schemas.openxmlformats.org/officeDocument/2006/relationships/image" Target="/ppt/media/image.png" Id="R8138b7121fcc439a" /><Relationship Type="http://schemas.openxmlformats.org/officeDocument/2006/relationships/notesSlide" Target="/ppt/notesSlides/notesSlide18.xml" Id="R6222ba70186a422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d7b7cafda64b39" /><Relationship Type="http://schemas.openxmlformats.org/officeDocument/2006/relationships/image" Target="/ppt/media/image.png" Id="R4dbfee369d4e49af" /><Relationship Type="http://schemas.openxmlformats.org/officeDocument/2006/relationships/notesSlide" Target="/ppt/notesSlides/notesSlide19.xml" Id="R4f722030547d448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142cfb43104c22" /><Relationship Type="http://schemas.openxmlformats.org/officeDocument/2006/relationships/image" Target="/ppt/media/image.png" Id="R088bbb40c6f04434" /><Relationship Type="http://schemas.openxmlformats.org/officeDocument/2006/relationships/notesSlide" Target="/ppt/notesSlides/notesSlide20.xml" Id="R0c5cc4554b9a4b1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d0f5de24cf7476c" /><Relationship Type="http://schemas.openxmlformats.org/officeDocument/2006/relationships/image" Target="/ppt/media/image.png" Id="R22bfd9596fa94174" /><Relationship Type="http://schemas.openxmlformats.org/officeDocument/2006/relationships/notesSlide" Target="/ppt/notesSlides/notesSlide21.xml" Id="R342e6e520856408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98e2664b92450e" /><Relationship Type="http://schemas.openxmlformats.org/officeDocument/2006/relationships/notesSlide" Target="/ppt/notesSlides/notesSlide22.xml" Id="Rc96ecd34d7194e8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8f56df865ac4a6f" /><Relationship Type="http://schemas.openxmlformats.org/officeDocument/2006/relationships/image" Target="/ppt/media/image.png" Id="Ra9612fb87bab4296" /><Relationship Type="http://schemas.openxmlformats.org/officeDocument/2006/relationships/notesSlide" Target="/ppt/notesSlides/notesSlide23.xml" Id="Rdd0b6e2ed65946d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b0700e4116499a" /><Relationship Type="http://schemas.openxmlformats.org/officeDocument/2006/relationships/image" Target="/ppt/media/image.png" Id="Rc4e5c08fe6814854" /><Relationship Type="http://schemas.openxmlformats.org/officeDocument/2006/relationships/notesSlide" Target="/ppt/notesSlides/notesSlide24.xml" Id="R925b92a842534d9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c96241236c94da9" /><Relationship Type="http://schemas.openxmlformats.org/officeDocument/2006/relationships/image" Target="/ppt/media/image.png" Id="Ra4e8bd3aa88a44e8" /><Relationship Type="http://schemas.openxmlformats.org/officeDocument/2006/relationships/notesSlide" Target="/ppt/notesSlides/notesSlide25.xml" Id="R987819ead11548b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81e447dac93473f" /><Relationship Type="http://schemas.openxmlformats.org/officeDocument/2006/relationships/image" Target="/ppt/media/image.png" Id="R637bcf4be47b4ec7" /><Relationship Type="http://schemas.openxmlformats.org/officeDocument/2006/relationships/notesSlide" Target="/ppt/notesSlides/notesSlide26.xml" Id="R749b5a7dea1b4ad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d287636fb34304" /><Relationship Type="http://schemas.openxmlformats.org/officeDocument/2006/relationships/image" Target="/ppt/media/image.png" Id="R2f9677f193cb4b45" /><Relationship Type="http://schemas.openxmlformats.org/officeDocument/2006/relationships/notesSlide" Target="/ppt/notesSlides/notesSlide27.xml" Id="R8fca8def332f4c3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a144e6d6fa4929" /><Relationship Type="http://schemas.openxmlformats.org/officeDocument/2006/relationships/image" Target="/ppt/media/image.png" Id="R081a1e7ac59f4fe9" /><Relationship Type="http://schemas.openxmlformats.org/officeDocument/2006/relationships/notesSlide" Target="/ppt/notesSlides/notesSlide28.xml" Id="Rb3e7ce8cd76f492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0a4a43a9c14da8" /><Relationship Type="http://schemas.openxmlformats.org/officeDocument/2006/relationships/image" Target="/ppt/media/image.png" Id="R84ddd73aadfc4213" /><Relationship Type="http://schemas.openxmlformats.org/officeDocument/2006/relationships/notesSlide" Target="/ppt/notesSlides/notesSlide29.xml" Id="Rd5d564c0672646e8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b5eac1048a4517" /><Relationship Type="http://schemas.openxmlformats.org/officeDocument/2006/relationships/notesSlide" Target="/ppt/notesSlides/notesSlide30.xml" Id="R641a31411cc4482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a084d5586684339" /><Relationship Type="http://schemas.openxmlformats.org/officeDocument/2006/relationships/image" Target="/ppt/media/image.png" Id="Rfb24378a38094d68" /><Relationship Type="http://schemas.openxmlformats.org/officeDocument/2006/relationships/notesSlide" Target="/ppt/notesSlides/notesSlide31.xml" Id="Rbdd5674d9162473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2e0ba5ab25423e" /><Relationship Type="http://schemas.openxmlformats.org/officeDocument/2006/relationships/image" Target="/ppt/media/image.png" Id="R5262f81ea2a745c9" /><Relationship Type="http://schemas.openxmlformats.org/officeDocument/2006/relationships/notesSlide" Target="/ppt/notesSlides/notesSlide32.xml" Id="R0c7c7182296e4fe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f2eebc3ea540b5" /><Relationship Type="http://schemas.openxmlformats.org/officeDocument/2006/relationships/image" Target="/ppt/media/image.png" Id="R9c1bddaa980b4bf0" /><Relationship Type="http://schemas.openxmlformats.org/officeDocument/2006/relationships/notesSlide" Target="/ppt/notesSlides/notesSlide33.xml" Id="Rde723409df514e7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efb45ad01b4ef3" /><Relationship Type="http://schemas.openxmlformats.org/officeDocument/2006/relationships/image" Target="/ppt/media/image.png" Id="R0cd09ba38b994095" /><Relationship Type="http://schemas.openxmlformats.org/officeDocument/2006/relationships/notesSlide" Target="/ppt/notesSlides/notesSlide34.xml" Id="R976bb591432044e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c348d7c125488f" /><Relationship Type="http://schemas.openxmlformats.org/officeDocument/2006/relationships/image" Target="/ppt/media/image.png" Id="R6e18984fec0c4881" /><Relationship Type="http://schemas.openxmlformats.org/officeDocument/2006/relationships/notesSlide" Target="/ppt/notesSlides/notesSlide35.xml" Id="R92cd9b6581ff489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d1243d192e4750" /><Relationship Type="http://schemas.openxmlformats.org/officeDocument/2006/relationships/notesSlide" Target="/ppt/notesSlides/notesSlide36.xml" Id="R105984a98655486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59624bf9014bf1" /><Relationship Type="http://schemas.openxmlformats.org/officeDocument/2006/relationships/image" Target="/ppt/media/image.png" Id="R0a8efe93321d47db" /><Relationship Type="http://schemas.openxmlformats.org/officeDocument/2006/relationships/notesSlide" Target="/ppt/notesSlides/notesSlide37.xml" Id="R38fb94ba45df4eb6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fb1d10a5ae4305" /><Relationship Type="http://schemas.openxmlformats.org/officeDocument/2006/relationships/image" Target="/ppt/media/image.png" Id="Rc99aecb1be504386" /><Relationship Type="http://schemas.openxmlformats.org/officeDocument/2006/relationships/notesSlide" Target="/ppt/notesSlides/notesSlide38.xml" Id="Rccb0493009394d2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01e4f17bb894984" /><Relationship Type="http://schemas.openxmlformats.org/officeDocument/2006/relationships/image" Target="/ppt/media/image.png" Id="R221e891a84c94baf" /><Relationship Type="http://schemas.openxmlformats.org/officeDocument/2006/relationships/notesSlide" Target="/ppt/notesSlides/notesSlide39.xml" Id="R5da0bba1e4a34518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d1f4da0bb54e10" /><Relationship Type="http://schemas.openxmlformats.org/officeDocument/2006/relationships/notesSlide" Target="/ppt/notesSlides/notesSlide40.xml" Id="R58f932a243b34d5f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e1178106cb4cf0" /><Relationship Type="http://schemas.openxmlformats.org/officeDocument/2006/relationships/image" Target="/ppt/media/image.png" Id="R50301cecf7d24012" /><Relationship Type="http://schemas.openxmlformats.org/officeDocument/2006/relationships/notesSlide" Target="/ppt/notesSlides/notesSlide41.xml" Id="Re239012415454fb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f2702fbb5546b9" /><Relationship Type="http://schemas.openxmlformats.org/officeDocument/2006/relationships/image" Target="/ppt/media/image.png" Id="Rddbd3c955cee492e" /><Relationship Type="http://schemas.openxmlformats.org/officeDocument/2006/relationships/notesSlide" Target="/ppt/notesSlides/notesSlide42.xml" Id="R7441534741694c24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e66171ae3741fc" /><Relationship Type="http://schemas.openxmlformats.org/officeDocument/2006/relationships/image" Target="/ppt/media/image.png" Id="Rfd914e12e23540d1" /><Relationship Type="http://schemas.openxmlformats.org/officeDocument/2006/relationships/notesSlide" Target="/ppt/notesSlides/notesSlide43.xml" Id="R1f1fd9364cb84889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deef0cf3c0431e" /><Relationship Type="http://schemas.openxmlformats.org/officeDocument/2006/relationships/image" Target="/ppt/media/image.png" Id="R47cee101e38d428e" /><Relationship Type="http://schemas.openxmlformats.org/officeDocument/2006/relationships/notesSlide" Target="/ppt/notesSlides/notesSlide44.xml" Id="Rf6788808892841b9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8f0e78abb24566" /><Relationship Type="http://schemas.openxmlformats.org/officeDocument/2006/relationships/image" Target="/ppt/media/image.png" Id="R15ad9100a53a4855" /><Relationship Type="http://schemas.openxmlformats.org/officeDocument/2006/relationships/notesSlide" Target="/ppt/notesSlides/notesSlide45.xml" Id="R1fe8d1c83f8d41fd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4087c7035cd4ce2" /><Relationship Type="http://schemas.openxmlformats.org/officeDocument/2006/relationships/notesSlide" Target="/ppt/notesSlides/notesSlide46.xml" Id="R41373f6fc6374990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a90e80efdb4591" /><Relationship Type="http://schemas.openxmlformats.org/officeDocument/2006/relationships/image" Target="/ppt/media/image.png" Id="Ra664b835fad84b62" /><Relationship Type="http://schemas.openxmlformats.org/officeDocument/2006/relationships/image" Target="/ppt/media/image2.png" Id="R8e40160ca28b48c5" /><Relationship Type="http://schemas.openxmlformats.org/officeDocument/2006/relationships/notesSlide" Target="/ppt/notesSlides/notesSlide47.xml" Id="R410aea48c2b54b1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796732ca8a40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B1BD44E-67EE-4727-8EDE-5ED12B57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000E7F1-FBA3-43CD-BC40-EEA4223A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731000"/>
            <a:ext cx="406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9B24076-0FAF-4B59-843F-50FCE329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67310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3ca4b97304f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0"/>
            <a:ext cx="57150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ECCA0E9-6AD7-49CF-A451-2871FFA8E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7600"/>
            <a:ext cx="2413000" cy="40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163E539-75F1-45EB-B908-2ACB205C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7600"/>
            <a:ext cx="241300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BIM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29A1FC2-55AA-4395-A5A3-E28979AA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651000"/>
            <a:ext cx="5588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Curso Especializado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BCD87DA-F8A3-4312-B33A-0EB77F99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68500"/>
            <a:ext cx="5588000" cy="1072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0B1220"/>
                </a:solidFill>
                <a:latin typeface="Arial"/>
                <a:ea typeface="Arial"/>
                <a:cs typeface="Arial"/>
              </a:rPr>
              <a:t>Auditoría y Control de Calidad BIM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01BE1B4-8132-4F3A-B69B-5E937BBE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857500"/>
            <a:ext cx="5588000" cy="350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Curso BIM — Sesión 6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E549616-6C02-46D0-8A3C-1D846DC1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175000"/>
            <a:ext cx="5207000" cy="8321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Diferencias entre modelos, indicadores de cumplimiento, riesgos técnicos, informe de revisión, matriz de observaciones y automatización de auditorías.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ABE5C01-BAD1-47BD-B696-B841405F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873500"/>
            <a:ext cx="5207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Ing. Manuel Bencomo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A8AFEC2-20CB-4860-AB52-E21D4EC2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65B6311D-E2CA-4DEA-9572-9D3E4415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53D2028-40ED-4D9F-939F-8EB90422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59F0294-4D6F-4606-AF86-B746AEE3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 / 47</a:t>
            </a:r>
          </a:p>
        </p:txBody>
      </p:sp>
    </p:spTree>
    <p:extLst>
      <p:ext uri="{BB962C8B-B14F-4D97-AF65-F5344CB8AC3E}">
        <p14:creationId xmlns:p14="http://schemas.microsoft.com/office/powerpoint/2010/main" val="20378005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37df1323047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102BA15-F438-46EA-8DD3-6D943F1D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FBFBEDE-80DA-4D90-B8D3-19E6063C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AGENDA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DE7516-7B5B-4374-BC02-98B9DD54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137920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Agenda de la sesión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D724BB3-8600-40B1-ACC5-D568DCA0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0320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B584CEA-95E8-442D-B9D6-D1D8F1C4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0320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Marco normativo: ISO 19650 y Plan BIM Perú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93E46E4-A133-4353-A431-A6828CBE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3114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C14B654-FB29-41FF-9CF2-0217F485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4638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6B18BB9-B9E9-4725-B8AA-B01B6C17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4638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Diferencias entre modelos BIM (Diseño / Construcción / O&amp;M)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3CD06A7D-A8CC-4D83-AA82-44A2DEEB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7432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FD7FA43-B00C-4AE6-A417-A5A3F00F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8956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ECDD9B-B8E1-477C-ACF4-730FD0B6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28956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Indicadores BIM de cumplimiento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1A4347D-399B-4046-A101-1F220ED0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1750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6B4CBBF-E27A-4B0F-8B4F-E83EF611C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3274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FDF05C3-8DDB-43AD-B2B0-328F5CC9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3274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Identificación de riesgos técnicos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2FE937E-5DC7-48FC-9236-055125F7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068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F05320B-85FA-40D6-A7C9-13791955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7592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3AF855D-EFF8-49FF-990F-4EFE3A95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37592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Matriz de observaciones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153D4E5B-C8BB-451D-B230-3EAD927B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40386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E469EC7-8259-4A8C-A72F-4B323D54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4191000"/>
            <a:ext cx="508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EDF4E68-D39F-4B64-9A6D-DB723918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" y="4191000"/>
            <a:ext cx="101600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Automatización de auditorías BIM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F4B5B6EA-E5B8-46E3-8C69-B281FAF4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447040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41060DF-3665-4AD5-B604-1A3B5D6CC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7A5FF4AC-75C0-4E84-97C3-DF63013C6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45EF9CD4-2A2B-4C9D-A2A1-3CC52696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52659C20-6CDE-4581-A1A8-7B76DCF2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 / 47</a:t>
            </a:r>
          </a:p>
        </p:txBody>
      </p:sp>
    </p:spTree>
    <p:extLst>
      <p:ext uri="{BB962C8B-B14F-4D97-AF65-F5344CB8AC3E}">
        <p14:creationId xmlns:p14="http://schemas.microsoft.com/office/powerpoint/2010/main" val="13873667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AC666F2-2826-4FD4-9979-961CAA7B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8C36C1-FBA3-48B8-8470-06B2A6FF1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FC76F7D-4B7D-475B-9C21-26B2AE89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00"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Contexto y 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4C1AD4F-6487-4B5B-8566-8BF3B46E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Por qué auditar y controlar la calidad de los modelos BIM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2E4FF27-5EC4-47F6-8C93-EF7808AE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38233125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ffe8864bf46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4739A57-A6B9-480C-8C7F-7F8DD5E9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D28D98B-C4F7-474B-A7F6-D41D3D8E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CONTEXTO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E69E8C1-F842-4AEE-AE58-16F335CBE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Por qué controlar la calidad en BIM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01AB750-9737-4D17-AF0D-0B5AEA3A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 modelo con errores se propaga a presupuestos, cronogramas y obra: el costo de corregir crece cada fase.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La auditoría convierte el control de calidad de un juicio subjetivo en un proceso repetible y medible.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control de calidad no es solo geometría: incluye la información asociada al elemento (LOI) y su trazabilidad.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 buen control de calidad reduce RFI, interferencias en obra y sobrecostos.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3691CFD-493C-46A3-AE13-25153B19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D4BA525-62CE-4167-8C7E-D73C5F642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C38EFC5-4674-41B3-B6D2-99CE126CE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1A85B80-4EA6-41F9-9834-3A12DCB47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04 / 47</a:t>
            </a:r>
          </a:p>
        </p:txBody>
      </p:sp>
    </p:spTree>
    <p:extLst>
      <p:ext uri="{BB962C8B-B14F-4D97-AF65-F5344CB8AC3E}">
        <p14:creationId xmlns:p14="http://schemas.microsoft.com/office/powerpoint/2010/main" val="83963569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e89903776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A3351AB-142B-4E0A-8377-793BB6B3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4EB6568-B21E-4DB3-9AE7-145E4AE5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9E77697-46FB-4597-876B-10ED3CBD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ISO 19650: estructura general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ED0A1D3-7D7F-42C8-B289-E006E967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Familia de normas internacionales para la gestión de la información con metodología BIM a lo largo del ciclo de vida del activo.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Sustituye y ordena prácticas previas (BS 1192, PAS 1192) bajo un estándar único, adoptable por cualquier país u organización.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Distingue dos macro-fases: la fase de desarrollo (diseño y construcción) y la fase de operación del activo.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Introduce el Entorno Común de Datos (CDE) como espacio único de gestión de la información del proyecto.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8022449-1FE0-4495-961D-332A2F82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9EB88D6-D8CA-471D-80CF-08454FAD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9FB9C41-243A-4D2C-9E9A-99D39B82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8FF55F5-3DB5-40FA-9F33-0EC0B2B7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05 / 47</a:t>
            </a:r>
          </a:p>
        </p:txBody>
      </p:sp>
    </p:spTree>
    <p:extLst>
      <p:ext uri="{BB962C8B-B14F-4D97-AF65-F5344CB8AC3E}">
        <p14:creationId xmlns:p14="http://schemas.microsoft.com/office/powerpoint/2010/main" val="10974307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e5f585f58042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E48F237-0823-4F56-8C41-F0C78156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75D807-F37C-4D15-B4B7-70DB747E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86CFF2F-5180-444A-9A09-9717727B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Las cinco partes de ISO 19650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429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4800"/>
                <a:gridCol w="853440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Contenido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Conceptos y principios generales de la gestión de información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19650-2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Procesos durante la fase de desarrollo del activo (diseño y construcción)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Gestión de la información en la fase operativa del activo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19650-4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Intercambio de información en entornos BIM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ISO 19650-5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Enfoque de seguridad para la gestión de la información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5F9E570-6548-412F-BB34-FFC2EF9E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F2FA883-87F3-432A-BFC8-FE410161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C580B0A-DDF6-445D-BACC-1D1CF379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1D681F5-CAF6-4279-857B-8B187965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06 / 47</a:t>
            </a:r>
          </a:p>
        </p:txBody>
      </p:sp>
    </p:spTree>
    <p:extLst>
      <p:ext uri="{BB962C8B-B14F-4D97-AF65-F5344CB8AC3E}">
        <p14:creationId xmlns:p14="http://schemas.microsoft.com/office/powerpoint/2010/main" val="202613480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b38d4afa3649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4462B84-63C5-49CA-8D23-459F2BBF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9A66099-BDE6-4D5D-975E-2072A1C9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501517F-49D2-4C51-9F7B-43E29AEE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60500"/>
            <a:ext cx="113792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Estados del Entorno Común de Datos (CDE)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4B03CED-ADAA-4CEE-8069-7CC35FB9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BC29B99-A846-463D-98D4-B4A3DEA7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Trabajo en curso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7075B46-4AB1-41D8-9EDE-803A50F2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Documentos internos, sin aprobar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D44A5CA-B40B-4BFB-9034-7D3ADA4A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6917577-19A9-4385-B244-EDA3733F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2E6DFC3-480E-4023-870E-53C42F8B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Compartido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32D46F5-0597-476B-A8B6-E0D81DF9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Información revisada y accesible al equipo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EAF0010-E48B-480D-B8D1-4122CB200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82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D92FD11-2F9C-4985-A177-2F5206DE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38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BCA6C6C-0673-447B-ADE2-44B6DCAA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Publicado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A495F52-9FA2-47AA-9873-A0D649CB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Información autorizada para uso activo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28A2493-1C84-4CF1-8BA9-1319E6D4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80D56D1-B5B9-4D91-90F6-E81A339C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4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6ACA3CC-1E07-4EB4-8055-8A2E4882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Archivado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DCD89A9-9545-4109-B984-58577A2A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3848100"/>
            <a:ext cx="215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Registro final del proyecto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83A8F364-6669-4B59-8560-3FA84402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C1092B5-59CD-44B5-B7B4-D8BF0B01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CFF1BE6-3DD8-430E-A0CE-5E2E8348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D39E424-56CB-429A-9D89-22C2CA6D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07 / 47</a:t>
            </a:r>
          </a:p>
        </p:txBody>
      </p:sp>
    </p:spTree>
    <p:extLst>
      <p:ext uri="{BB962C8B-B14F-4D97-AF65-F5344CB8AC3E}">
        <p14:creationId xmlns:p14="http://schemas.microsoft.com/office/powerpoint/2010/main" val="61005983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67903e2e9744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F9B6FB2-BACC-4808-98B9-8842EC11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15DC0B7-8B25-448B-8857-C5CF0AD3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MARCO NORMATIVO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600AB37-71FE-4D25-AD44-D295CC61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EIR y BEP: quién exige, quién entrega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2D28458-2F3B-47A2-B325-6C46E4EC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ABC8720-EFB8-4F74-A9A3-895AA382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B33D242-FD43-4504-94BD-83434446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EIR — Exchange Information Requirements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1D71DDE-8461-4806-9FEF-FE1217D2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Los define el cliente/promotor.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Especifican qué información necesita recibir.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Son la referencia contra la que se audita el cumplimiento.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7B6F201-E833-45A3-AF3B-0EAB5CC0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138E3AD-7A5D-4F62-95EA-161A9782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4C81B06-4B9F-416D-BE92-47D032E9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BEP — BIM Execution Plan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6A5850C-F50B-49E6-8E6F-D44C97D5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Lo elabora el equipo del proyecto.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Detalla cómo se gestionará y entregará esa información.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Incluye LOD/LOI objetivo, roles y flujo de revisión.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F5B405A5-9EEB-40F7-AC99-22CDB7D3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3250588E-3B7C-4F08-884F-081824E2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23B13F4-6355-42AA-BCF6-7C65537D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19CF63E-CBEC-4B13-8021-F43183F1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08 / 47</a:t>
            </a:r>
          </a:p>
        </p:txBody>
      </p:sp>
    </p:spTree>
    <p:extLst>
      <p:ext uri="{BB962C8B-B14F-4D97-AF65-F5344CB8AC3E}">
        <p14:creationId xmlns:p14="http://schemas.microsoft.com/office/powerpoint/2010/main" val="176100311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882147aa9d4b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381D152-7390-4FCB-A72C-6681E427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AED7B27-B9D6-40EA-865E-E33741CC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CONTEXTO NACIONAL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FC8941D-C859-42FE-9A6A-B9291875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Plan BIM Perú: el marco local sobre ISO 19650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EDDADCE-B2A0-4D12-9F69-6D9C7ADD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FA2B58-2EA4-4175-B7BB-475599C1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1C82D56-EB72-47AE-A00E-282EF81F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Base normativa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D0464FA-F55B-4E0A-B279-F3156ECE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DS N.° 237-2019-EF aprueba el Plan Nacional de Competitividad y Productividad, con la Medida de Política 1.2: adopción progresiva de BIM.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DS N.° 289-2019-EF aprueba disposiciones específicas para incorporar BIM en la inversión pública, modificado por el DS N.° 108-2021-EF.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A6B8E21-BDEB-49C9-BD64-C9D216DA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D830E0E-C019-45EC-9AE9-DE838879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B35A87B-F2D6-4BD4-B7D8-B9B7F464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Gobernanza y alcance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9CC44DF-55C3-4766-9BDA-EEF10DC1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Lo lidera el MEF a través de la PMO BIM Perú (Dirección General de Programación Multianual de Inversiones).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Aplica a entidades de los tres niveles de gobierno sujetas al Sistema Invierte.pe.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4 líneas estratégicas: liderazgo público, marco colaborativo, fortalecimiento de capacidades, difusión de la visión.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ED9D88C2-085C-48CC-9F01-C6CDCF05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323B898-5FDE-4261-8955-57749B21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96B7602-C8DC-4BD4-BF4C-46992647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E00786E-6B04-4471-A158-10A662600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09 / 47</a:t>
            </a:r>
          </a:p>
        </p:txBody>
      </p:sp>
    </p:spTree>
    <p:extLst>
      <p:ext uri="{BB962C8B-B14F-4D97-AF65-F5344CB8AC3E}">
        <p14:creationId xmlns:p14="http://schemas.microsoft.com/office/powerpoint/2010/main" val="82516274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5d807f72e643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BAD4AAF-282E-4AD4-B0C4-B23AC318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2383C36-11EA-498D-ACEE-87093BC4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CONTEXTO NACIONAL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21BD24F-6D53-4943-830A-171874CB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1072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Hoja de ruta del Plan BIM Perú (Plan Nacional de Competitividad y Productividad 2024-2030)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1714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60"/>
                <a:gridCol w="796544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Horizonte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Meta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julio 2025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BIM aplicado en proyectos de gobierno nacional y regional; marco normativo aprobado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 julio 2030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BIM obligatorio en gobierno nacional y regional; implementación en gobierno local; plataforma tecnológica operativa; currícula BIM en educación superior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0DB4684-1D0F-4EF1-86CB-2B2FAD99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DD254A5-4147-4797-ADAC-2F3C6B21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FDD4180-E651-4586-A59A-25BBFAF2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4EF5A21-BF5E-4077-A98E-36BBDC81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 / 47</a:t>
            </a:r>
          </a:p>
        </p:txBody>
      </p:sp>
    </p:spTree>
    <p:extLst>
      <p:ext uri="{BB962C8B-B14F-4D97-AF65-F5344CB8AC3E}">
        <p14:creationId xmlns:p14="http://schemas.microsoft.com/office/powerpoint/2010/main" val="158515099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45d2c34c604c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991C748-902C-43B4-8F09-DCAB8D59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57DBFF4-6FE5-47DE-801D-911C7CE7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55FF586-DF63-4841-BBCF-4382AC29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EIR y BEP para un sistema de drenaje pluvial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A87925E-D3EE-4CD3-B8BE-DF84F7E70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cliente (EIR) exige el modelo con pendientes de tubería, diámetros, cotas de invert y capacidad hidráulica verificable.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BEP del proyecto fija LOD 300 para el diseño conceptual y LOD 350-400 para la red antes de construcción.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Si el proyecto es una inversión pública sujeta a Invierte.pe, el Plan BIM Perú exige este mismo par EIR/BEP.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995C89-7441-4C25-9357-3EC6FF25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096000"/>
            <a:ext cx="11379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Ejemplo transversal de la sesión: sistema de drenaje pluvial.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B99B7EB-8813-4434-8AF0-F0CE23DA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6ED9753-3023-43D4-B3CD-B42AE233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6EEBBD2-1CEF-4391-BA08-3F70F7E0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FF50F80-5864-4452-8795-43197398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11 / 47</a:t>
            </a:r>
          </a:p>
        </p:txBody>
      </p:sp>
    </p:spTree>
    <p:extLst>
      <p:ext uri="{BB962C8B-B14F-4D97-AF65-F5344CB8AC3E}">
        <p14:creationId xmlns:p14="http://schemas.microsoft.com/office/powerpoint/2010/main" val="174392040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1DE855B-3838-41A1-A26D-A5D945FF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662546B-071F-4208-BEBE-0AFE86D0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223A738-33AF-468C-963A-90A6C020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Diferencias entre modelos BIM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61F382-BBD1-4333-8715-49F5B2C3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Diseño, Construcción y Operación &amp; Mantenimiento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415DE0D-EE52-44E2-BD8C-9D5B117F8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91362216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f148462c7b46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7099AC9-F6B5-4967-82E3-B46DBDB9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46F3464-80D4-401A-A34D-6E67D8A7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CONCEPTOS CLAVE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3811FB1-4984-4F62-852B-5F33BF34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LOD, LOI y LOIN: tres preguntas distintas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FA97D81-8538-4B28-BFB7-79F1DCC2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3A1FBA3-AADC-40D9-97A4-BA37DAB2F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AC4F606-2611-425F-B24D-BE468258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LOD — Level of Development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D172158-D7B9-470B-9E2D-880AC3CA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Nivel de desarrollo geométrico.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De representación conceptual a definición constructiva precisa.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F1C8407-372E-4054-8D6E-F4EF8A5B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733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01FFB1D-DC2F-4531-A3DF-FB9810FA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BAB4EF-00B7-44F8-88E0-C5428495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LOI — Level of Information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FFB54D2-B0D1-4C1A-8183-B79E510C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Información no geométrica del elemento.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Materiales, costos, propiedades técnicas, datos de mantenimiento.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1FD2B5A-1BA3-4F0C-8A9E-D5551BA8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1067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52101A6-4C6A-4079-B18F-F1450FCD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9DDA60A-0223-4675-A3EA-8EF4D041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LOIN — Level of Information Need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0C90782-C3DA-40E8-9114-ED7CED45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Estándar ISO 19650.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Pregunta qué información es realmente necesaria, no solo cuánta.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55F4121-885C-4EDF-939C-30004211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3BA7AEF5-2665-4EAE-A94E-89A60D0D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FCA503D-2A2E-4E89-9D53-F81740C3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0A251E0-14B4-4B38-ABBC-3C4D3775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 / 47</a:t>
            </a:r>
          </a:p>
        </p:txBody>
      </p:sp>
    </p:spTree>
    <p:extLst>
      <p:ext uri="{BB962C8B-B14F-4D97-AF65-F5344CB8AC3E}">
        <p14:creationId xmlns:p14="http://schemas.microsoft.com/office/powerpoint/2010/main" val="122830431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d5fe80929843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A811E23-C73E-4AA9-9382-78280848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1F61D86-E297-461B-BE6D-12A9DF44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CONCEPTOS CLAVE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93E5516-196C-4D8D-ABCD-8249EF2A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LOD vs. LOI vs. LOIN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840"/>
                <a:gridCol w="455168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Concepto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Pregunta que responde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Precisión geométrica del elemento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¿Qué tan detallada es la forma?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LOI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Datos no geométricos asociados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¿Qué información lleva el elemento?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Necesidad real de información (ISO 19650)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¿Para qué se necesita esa información?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8015DF1-FD1B-4896-A208-4B1D217A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000062A-0558-4F48-986B-B87E3E77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01D459-82C5-4222-A0A1-97A64916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AD53575-2672-49E9-8EBF-7C1DB07F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 / 47</a:t>
            </a:r>
          </a:p>
        </p:txBody>
      </p:sp>
    </p:spTree>
    <p:extLst>
      <p:ext uri="{BB962C8B-B14F-4D97-AF65-F5344CB8AC3E}">
        <p14:creationId xmlns:p14="http://schemas.microsoft.com/office/powerpoint/2010/main" val="136540898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4e7ec7b8f44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328197D-03B9-49E0-B449-2390E846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F169FD0-C2B1-4DA6-83B8-F48A5BAE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MODELOS POR FASE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4EC9621-0882-40DF-AA13-8C32B5B9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Modelo de Diseño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37A664-97B0-48D2-BD94-DDA83971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LOD bajo en etapas tempranas, creciendo hacia definiciones constructivas.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Prioriza coordinación espacial, toma de decisiones y cumplimiento normativo.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La información es conceptual y evoluciona con cada hito de diseño.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Público: arquitectos, ingenieros de diseño, cliente.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A1C1A52-F7D4-4E1B-98F4-86E9EB34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EC74E1C-B15A-4652-864C-A2D1D814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CF8D616-2A10-4B8C-9055-AE31A3771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5E47439-7E9F-4021-9145-A17027D7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 / 47</a:t>
            </a:r>
          </a:p>
        </p:txBody>
      </p:sp>
    </p:spTree>
    <p:extLst>
      <p:ext uri="{BB962C8B-B14F-4D97-AF65-F5344CB8AC3E}">
        <p14:creationId xmlns:p14="http://schemas.microsoft.com/office/powerpoint/2010/main" val="118892614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5e7a3636ec42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7878FBC-3B83-460B-826A-8B167039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399A5D2-475E-4B00-994F-C1B009EF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MODELOS POR FASE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64E75BA-3414-45B7-8EB2-023635E5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Modelo de Construcción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47656C-09DC-4D9A-AE6D-2E024D9A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LOD y LOI altos: geometría precisa apta para fabricación e instalación (LOD 350-400).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Incorpora secuenciación constructiva, cantidades y especificaciones.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Coordinación multidisciplinaria activa: detección de interferencias (clash detection).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Público: contratistas y subcontratistas que ejecutan la obra.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19FE6E9-D387-4DD0-B478-72BE2E12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399DC91-616B-40B8-BC20-2FDD7B42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6AFE685-DA32-42F3-9B79-33266749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C89D1AA-FB82-4F0B-B1A7-B1B88A37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16 / 47</a:t>
            </a:r>
          </a:p>
        </p:txBody>
      </p:sp>
    </p:spTree>
    <p:extLst>
      <p:ext uri="{BB962C8B-B14F-4D97-AF65-F5344CB8AC3E}">
        <p14:creationId xmlns:p14="http://schemas.microsoft.com/office/powerpoint/2010/main" val="130547846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40443a2a724e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388B7B5-41E8-4425-BB43-B0C5C3E1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3716168-C0AD-4EC5-B75E-5745E694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MODELOS POR FASE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256076F-BA25-43D6-B61B-2452898F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Modelo de Operación y Mantenimiento (O&amp;M)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6F73B21-3A05-43DE-A96F-E718AB42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No hereda todo el modelo de construcción: contiene solo lo necesario para operar y mantener el activo.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Incluye garantías, manuales, ciclos de mantenimiento, proveedores y códigos de clasificación.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público cambia: de diseñadores/constructores a gestores de instalaciones (facility management).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rige por ISO 19650-3, dedicada específicamente a la fase operativa.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E475B82-36D6-49A9-A710-65054760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29DE466-D3AE-4EBD-9D87-74298342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B52C25D-4796-44EE-96D4-1790B3CC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6A84D79-5905-4748-B33E-7B0BB4649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 / 47</a:t>
            </a:r>
          </a:p>
        </p:txBody>
      </p:sp>
    </p:spTree>
    <p:extLst>
      <p:ext uri="{BB962C8B-B14F-4D97-AF65-F5344CB8AC3E}">
        <p14:creationId xmlns:p14="http://schemas.microsoft.com/office/powerpoint/2010/main" val="1824023592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38b7121fcc43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423E3AD-D522-4FA2-93D5-B8A773D6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16BD035-2B31-41FE-986D-97873064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EL PUENTE ENTRE FASES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AF4892D-4787-449A-A141-C9C0B72D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1072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COBie: Construction Operations Building Information Exchange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9601C30-8A42-415D-B780-0E2CB1AC3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714625"/>
            <a:ext cx="10477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Estándar abierto que estructura los datos del activo en una hoja de cálculo (.xlsx) interoperable.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puebla durante diseño y construcción: espacios, equipos, sistemas y componentes.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transfiere a sistemas GMAO/CMMS que usan los equipos de mantenimiento.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Automatizable: extensiones como "Autodesk COBie Extension" generan la hoja directamente desde el modelo.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84150A0-0565-46B9-A2D1-A0ABBEE73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980BE68-8440-4F14-8421-A31D88CE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1CDECF5-D3E2-4257-9EF4-7B6982DA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74C8CBD-02B5-44F9-8B7D-2DB6FE5A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 / 47</a:t>
            </a:r>
          </a:p>
        </p:txBody>
      </p:sp>
    </p:spTree>
    <p:extLst>
      <p:ext uri="{BB962C8B-B14F-4D97-AF65-F5344CB8AC3E}">
        <p14:creationId xmlns:p14="http://schemas.microsoft.com/office/powerpoint/2010/main" val="197586960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bfee369d4e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731CA7B-82BA-4156-89DA-61E4844E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4C0EF72-43E0-46A4-9F39-2707B03C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EL CICLO DEL ACTIVO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766B6BE-4BBD-4728-B696-85924D11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60500"/>
            <a:ext cx="113792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Del modelo de Diseño al modelo de O&amp;M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36F2853-C2FF-410C-BAED-13502F52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6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9685EC-A3E1-4442-94D7-523CEF43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Diseño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CC83EB8-1171-4647-B497-CF1A51E2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LOD bajo-medio · geometría conceptual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3F0488-BA6C-466D-BDD1-4B436767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96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1F48037-A996-4A00-8D36-10C0C0EC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811895E-969F-4174-9239-4128C6BD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Construcción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B4835FB-5055-4656-944D-E4C80A3A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22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LOD 350-400 · coordinación y cantidades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FBB5CED-8A3F-46BF-A11B-2412067B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82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A50999E-5ECE-4746-A250-F3AECDEC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38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B47A4C9-7691-4817-A606-5042281A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92500"/>
            <a:ext cx="2159000" cy="317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Traspaso COBie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9DF3C68-63DB-484C-81CF-5EB05BCE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481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Extracción de datos de activo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25B5DFA-59E2-4375-B4D4-7605F3AB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594100"/>
            <a:ext cx="3556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8445A3C-812D-4801-8314-B02249C2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400" y="3048000"/>
            <a:ext cx="2413000" cy="1397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B3C332D-5B25-43F8-AB06-8D5A15A6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3492500"/>
            <a:ext cx="2159000" cy="469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Operación y Mantenimiento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42AF688-E3A4-4240-A883-38E29C39A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10025"/>
            <a:ext cx="215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8725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LOI alto · datos de mantenimiento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6A4A4A96-CCA0-4AD8-BAAB-349FACE1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6B378A8-F84F-422D-B9D2-69996648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86B766F-5854-49BC-B877-DD78A33C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07B36A7-B46C-49F1-AE3D-C9043AEC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19 / 47</a:t>
            </a:r>
          </a:p>
        </p:txBody>
      </p:sp>
    </p:spTree>
    <p:extLst>
      <p:ext uri="{BB962C8B-B14F-4D97-AF65-F5344CB8AC3E}">
        <p14:creationId xmlns:p14="http://schemas.microsoft.com/office/powerpoint/2010/main" val="121723357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8bbb40c6f044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1FD715F-83C4-48B9-A6B0-E1B6502E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585E13D-8ABE-41DE-8B1A-48F5A8DEA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SÍNTESIS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CB82E0-5392-4AF9-A819-AFCBAB44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Resumen comparativo de los tres modelos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3424"/>
                <a:gridCol w="2958592"/>
                <a:gridCol w="2958592"/>
                <a:gridCol w="2958592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Nivel de detalle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objetivo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Propósito principal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LOD bajo → medio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Diseñadores, cliente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Decisiones y cumplimiento normativo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Construcción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LOD 350-400, LOI alto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Contratistas, subcontratistas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Coordinación, fabricación e instalación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Operación y Mantenimiento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LOD moderado, LOI muy alto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Gestores de instalaciones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Operar y mantener el activo (COBie)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0EB3D40-5AB4-4BD6-86A7-FE9D5293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D3B27A4-0316-42CE-9816-043BD5E5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4BC8C78-C9AD-49AA-A1F0-1EC19B32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ABC86BE-A55D-4F5A-B956-B3430F8E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 / 47</a:t>
            </a:r>
          </a:p>
        </p:txBody>
      </p:sp>
    </p:spTree>
    <p:extLst>
      <p:ext uri="{BB962C8B-B14F-4D97-AF65-F5344CB8AC3E}">
        <p14:creationId xmlns:p14="http://schemas.microsoft.com/office/powerpoint/2010/main" val="500357184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bfd9596fa941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0810BF2-2B4C-4159-B6F4-BDC7EA00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A589FFD-B35E-4317-986D-82C27A6D5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BE82D30-5054-46A8-BB01-62628D3E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El mismo sistema de drenaje, tres modelos distintos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592"/>
                <a:gridCol w="8420608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contiene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Trazado conceptual de tuberías, pendientes preliminares, puntos de descarga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Construcción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Diámetros y materiales definitivos, cotas de invert, cajas de registro, LOD 350-400, coordinación con cimentación y otras redes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Operación y Mantenimiento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Datos COBie: frecuencia de limpieza, vida útil de tuberías, proveedor de mantenimiento, planos as-built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AFFFAC2-9971-4514-8F72-E48FD80ED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A7A6E75-CC0C-456E-8843-AF7CBEFD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65E964B-E8BF-4614-B3A1-15351509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3E4554F-24C7-4388-8018-C9B3DD44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 / 47</a:t>
            </a:r>
          </a:p>
        </p:txBody>
      </p:sp>
    </p:spTree>
    <p:extLst>
      <p:ext uri="{BB962C8B-B14F-4D97-AF65-F5344CB8AC3E}">
        <p14:creationId xmlns:p14="http://schemas.microsoft.com/office/powerpoint/2010/main" val="16590226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9952883-92D6-4968-A308-BC08B127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DBF2AB3-49C8-41B2-BA4A-B41BBF8D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090AD5-36E2-4866-B4A4-72F2988F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Indicadores BIM de cumplimiento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97A187-BE11-4381-AB68-21C4F294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Cómo medir el desempeño de la implementación BIM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E087D014-FC15-48C3-8E2D-7A3A8546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16192477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612fb87bab42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65B02C7-CCFC-4C7E-9ACD-F89C95A5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FEB06DE-8834-4B6A-B7EE-3AF81245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3C2F289-D841-43F5-BA66-C52E1E6E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Qué son los indicadores clave de desempeño (KPI)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4B889C-1DF1-418A-96C1-0CA50730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Miden tiempo, costo y alcance de las acciones tomadas en torno a la metodología BIM.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Cada organización se mide contra su propia línea base, no contra un estándar externo fijo.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aplican bajo el ciclo de mejora continua Deming: Planear → Hacer → Revisar → Actuar.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Referencia ampliamente citada: propuesta de 14 KPI en 4 grupos (BIM Forum Colombia / CAMACOL).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7B55BBE-1ABC-4305-9FC7-9C61FA3F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1FCAFC9-0B9F-4CF0-AC58-6DA1E104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D50CE5B-74C5-4183-A490-9BFADE1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6536C9C-C6BB-4754-9DF5-FA6C99CD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 / 47</a:t>
            </a:r>
          </a:p>
        </p:txBody>
      </p:sp>
    </p:spTree>
    <p:extLst>
      <p:ext uri="{BB962C8B-B14F-4D97-AF65-F5344CB8AC3E}">
        <p14:creationId xmlns:p14="http://schemas.microsoft.com/office/powerpoint/2010/main" val="1207891734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e5c08fe68148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3696817-AD2D-40C2-B76B-D6D977BD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2AEA87E-C475-4800-8D55-932CB61E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 · GRUPO 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899DBE2-2FF3-47BE-8AFB-68F3BB3EA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1072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Conceptualización, prefactibilidad y diseño esquemático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52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Variación de tiempo en definición de alternativas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Reducir tiempos de 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Variación presupuesto factibilidad vs. ejecución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Precisión presupuestaria temprana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Tiempo de generación del presupuesto preliminar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Velocidad de presupuestación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59DF45A-EED3-407E-B1A2-3784ACCA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C2EF8DCA-E716-467D-9FBA-5E5026F0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5520594-6A65-4C58-9CEF-27AB4552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B118EE2-B8A7-436B-A475-DF8F6C5E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 / 47</a:t>
            </a:r>
          </a:p>
        </p:txBody>
      </p:sp>
    </p:spTree>
    <p:extLst>
      <p:ext uri="{BB962C8B-B14F-4D97-AF65-F5344CB8AC3E}">
        <p14:creationId xmlns:p14="http://schemas.microsoft.com/office/powerpoint/2010/main" val="125495848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e8bd3aa88a44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FEFE794-71E4-4F2A-A222-0D159D76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95F55BD-D649-4570-B49F-DC4E0383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 · GRUPO 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243A085-9D44-48CE-8C03-B75D3EC9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Anteproyecto y documentación para construcción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857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52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Disminución de solicitudes de cambio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Reducir inconsistencias de diseño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Reducción de RFI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Mejorar claridad de coordinación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Tiempo de presupuestación (normalizado por m²)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Acelerar cuantificación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Variación presupuesto anteproyecto vs. ejecución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Precisar estimaciones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58F7AAC-CDEA-4F8D-8879-EA7124C24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E09AC0D-F25B-4EBA-87C3-C50012C63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3EDB69D-C11F-482C-B8C7-91E2BF2F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555B6F3-0DD4-407A-BE24-0A25140F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 / 47</a:t>
            </a:r>
          </a:p>
        </p:txBody>
      </p:sp>
    </p:spTree>
    <p:extLst>
      <p:ext uri="{BB962C8B-B14F-4D97-AF65-F5344CB8AC3E}">
        <p14:creationId xmlns:p14="http://schemas.microsoft.com/office/powerpoint/2010/main" val="164388220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7bcf4be47b4e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353CDDD-56F1-4504-90A4-E6C6FCC7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0093C643-67DD-4527-82D6-9139E76A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 · GRUPO 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151A1AD-80C3-4B63-873A-69E39AE7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Pre-construcción y compras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8575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52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Variabilidad cantidades teóricas vs. reales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Optimizar gestión de materiales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Tiempo de cálculo de cantidades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Cumplir cronograma de compras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Actividades no programadas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Optimizar cronograma de obra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Tiempo de generación de cronogramas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Acelerar programación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AE342F68-F0E5-4CA2-B356-E8090902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34F137E-94D6-4A69-8647-0BCCF62C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A4574E5-69AC-4C50-B47B-37482323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0FA7AF3-BC97-4A7F-B085-7054044A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26 / 47</a:t>
            </a:r>
          </a:p>
        </p:txBody>
      </p:sp>
    </p:spTree>
    <p:extLst>
      <p:ext uri="{BB962C8B-B14F-4D97-AF65-F5344CB8AC3E}">
        <p14:creationId xmlns:p14="http://schemas.microsoft.com/office/powerpoint/2010/main" val="880804159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9677f193cb4b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F2A9E09-69AC-407F-B93A-AD5C3C35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788D930-9D87-490B-AC05-7C4C9218B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KPI BIM · GRUPO 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7754E5F-BC1E-41F5-8CCD-A0558ED3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Construcción / ejecución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2286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520"/>
                <a:gridCol w="455168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Indicador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Qué mide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Interferencias en obra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Reducir conflictos constructivos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Variación de RFI durante ejecución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Contar con información clara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Cambios de programación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Hacer seguimiento efectivo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D2995CD-1A5E-4071-A2CC-18D97CB8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1442C76-B7F1-4B46-B11C-88812EC2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80A08D-AA50-4AE0-95FE-C171FEB6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AB71AB5-E99D-4392-9C66-C2CB8530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27 / 47</a:t>
            </a:r>
          </a:p>
        </p:txBody>
      </p:sp>
    </p:spTree>
    <p:extLst>
      <p:ext uri="{BB962C8B-B14F-4D97-AF65-F5344CB8AC3E}">
        <p14:creationId xmlns:p14="http://schemas.microsoft.com/office/powerpoint/2010/main" val="1043340758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a1e7ac59f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2525A74-908B-4DEA-B5AC-D0EB8E73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857AF5D-A934-4057-BE97-06E0A7B8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CUMPLIMIENTO DEL MODELO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6F97781-C476-4B15-995E-462CA01E0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Indicadores de cumplimiento a nivel de modelo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F2079BC-12CC-48BB-9998-ACA10B72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% de elementos con LOD/LOI conforme al BEP acordado.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% de parámetros obligatorios completos por disciplina.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N.º de advertencias críticas (duplicados, geometría) por entrega.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% de interferencias resueltas frente a las detectadas.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Estos indicadores se contrastan directamente contra los EIR definidos por el cliente.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9C45D9D-A8A0-48A6-96E5-217195A6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5EDB572-872E-4620-BD06-B31CB26A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1E47ABA-8512-40F4-AE64-B2CF810A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ACCA7E1-6A7C-47A2-8F48-829BBB10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28 / 47</a:t>
            </a:r>
          </a:p>
        </p:txBody>
      </p:sp>
    </p:spTree>
    <p:extLst>
      <p:ext uri="{BB962C8B-B14F-4D97-AF65-F5344CB8AC3E}">
        <p14:creationId xmlns:p14="http://schemas.microsoft.com/office/powerpoint/2010/main" val="210439857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ddd73aadfc42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E42386E-F44F-4C43-8657-1AAD1040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FF56B87-849A-4F25-9B3C-7DD0AEA2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2FD7F62-A27D-402E-B906-62A894C4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KPI sobre la red de drenaje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4EDB26E-36CA-4342-B848-DC4A1DC1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Variación de cantidades teóricas vs. reales de tubería instalada (metros lineales).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N.º de interferencias en obra entre la red de drenaje y las redes eléctrica y de agua potable.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RFI generados por pendientes insuficientes detectadas ya en construcción.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70B1369-3066-46F1-87A8-21B6FFCB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F242952-3F1D-4DF3-945F-272FD6A5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532712-1941-4163-B0A8-B9E3BCF0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52BFCBB-7D3F-4EB8-88DE-A9F8288A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29 / 47</a:t>
            </a:r>
          </a:p>
        </p:txBody>
      </p:sp>
    </p:spTree>
    <p:extLst>
      <p:ext uri="{BB962C8B-B14F-4D97-AF65-F5344CB8AC3E}">
        <p14:creationId xmlns:p14="http://schemas.microsoft.com/office/powerpoint/2010/main" val="1699292491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1EBD97C-7B72-481F-8EE4-401E6245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132AD41-86F0-4591-84E1-B1140971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9D8EE02-F1B8-49F6-9031-741A85A96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Identificación de riesgos técnicos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047408-F0B3-4189-8A2B-934BCF96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De la detección reactiva a la prevención en el modelo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A4ED6CBC-0A86-4191-8610-A594F7F3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90834837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24378a38094d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8996200-B914-4294-BA14-ED7682ABB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DDB4189-5768-4747-8B3B-6BB2EC80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RIESGOS TÉCNICOS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8B39F2F-27DC-4713-B54A-2F9B0888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Qué son los riesgos técnicos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3FBD4C7-4103-4462-A0BE-985CA1F4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Implican fallos en el diseño o en la tecnología utilizada: errores de modelado, incompatibilidades entre disciplinas, datos incompletos.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También incluyen fallas de interoperabilidad de software entre las herramientas del equipo.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La responsabilidad de gestionarlos recae principalmente en los consultores/proyectistas de cada especialidad.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BIM Manager coordina la trazabilidad de estos riesgos entre disciplinas.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02246D3-2E65-48F9-9D22-B247CEB1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E5D7B930-BC86-4ECA-AB76-F314BB23C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E7D07F8-4D98-462A-A6D2-2965D254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631EE90-9243-4598-96D0-DACCE651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31 / 47</a:t>
            </a:r>
          </a:p>
        </p:txBody>
      </p:sp>
    </p:spTree>
    <p:extLst>
      <p:ext uri="{BB962C8B-B14F-4D97-AF65-F5344CB8AC3E}">
        <p14:creationId xmlns:p14="http://schemas.microsoft.com/office/powerpoint/2010/main" val="174479869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2f81ea2a745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11E4C72-308D-4AA8-8FC3-D1171AA4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DB70754-C93E-41B3-8BF1-1C356D92C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IDENTIFICACIÓN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69FCA2F-587B-4665-B6D2-C32D2398A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Tres métodos de identificación de riesgos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9D3A49E9-295E-4461-B8EF-CBABF10B5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F9C3F1A-FEF3-4375-B9DC-969FC5CD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8C12906-6EDC-4972-8A18-0938D1AE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Análisis de documentos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694E4A9-6AAE-4313-9CA3-10550E1B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Revisión de contratos, planos y especificaciones.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Detecta vacíos o inconsistencias contra el BEP.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D9F4501-372F-4FA0-88AF-DFE2D32C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733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4BA1CB6-5DBA-48D5-BA73-3F952B3C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8F00639-B717-4B6F-8E9C-54314900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Lluvia de ideas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EB8C9EA-9083-4E0A-86A8-F785582D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Sesiones con el equipo multidisciplinario.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Anticipa conflictos antes de modelar.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195B6EF-4B1E-477E-B71A-A32CF8A4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1067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6EE932D-2436-4E48-BFC3-C18ED759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BBBE039-372A-4A28-ADFC-2B97CD34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Entrevistas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9805D3E-363B-4D36-9105-35F14749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Consulta a expertos técnicos y partes interesadas.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Estructuras, MEP, arquitectura señalan puntos críticos.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5414D7FB-5EAD-43BF-9082-30ECCAA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A7B6023-E33E-4BF4-AE78-6C0D8D610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0BA57C9-C3C9-42A2-AE48-2FD30CED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7A7B7D61-2169-47AE-97CA-E25CCAC3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32 / 47</a:t>
            </a:r>
          </a:p>
        </p:txBody>
      </p:sp>
    </p:spTree>
    <p:extLst>
      <p:ext uri="{BB962C8B-B14F-4D97-AF65-F5344CB8AC3E}">
        <p14:creationId xmlns:p14="http://schemas.microsoft.com/office/powerpoint/2010/main" val="237549872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1bddaa980b4b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C339CB9-74EE-402A-8BA3-0D91B1C0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ED8E926-CD03-4E78-8E90-6C3A9951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APORTE DE BIM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D19BFF5-431C-4226-9BF0-68260E98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De la corrección reactiva a la prevención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84AD74C-051D-49F6-ADFC-C64D3A6C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Detección de interferencias (clash detection) entre disciplinas en el modelo federado.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Simulaciones de constructibilidad y secuenciación (4D) antes de llegar a obra.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Verificación normativa automática: accesibilidad, protección contra incendios, rutas de evacuación.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El modelo 3D federado permite visualizar, analizar y mitigar problemas antes de la ejecución.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D5482D18-FCB0-46A8-989B-F0E3894B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B99F4BC-17BB-486D-A499-3D22388B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C3FC312-43B0-4535-95E0-7B6EBF78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46F2F48-60A9-4D3F-A479-F3AD8DAB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33 / 47</a:t>
            </a:r>
          </a:p>
        </p:txBody>
      </p:sp>
    </p:spTree>
    <p:extLst>
      <p:ext uri="{BB962C8B-B14F-4D97-AF65-F5344CB8AC3E}">
        <p14:creationId xmlns:p14="http://schemas.microsoft.com/office/powerpoint/2010/main" val="761408393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d09ba38b9940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2D13FD1-55E1-4DC0-BED0-967B6161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41BDCA5-C181-4B52-BE8E-66B1EA9A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REGISTRO DE RIESGOS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898EC67-7B50-424C-98C7-375F845C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Ejemplo de registro de un riesgo técnico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429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4800"/>
                <a:gridCol w="853440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Campo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Ejemplo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Riesgo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Interferencia entre ducto HVAC y viga estructural, nivel 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Probabilidad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Alta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Impacto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Retrabajo en obra + retraso de 5 días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Responsable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Coordinador MEP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Mitigación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Resolver en modelo antes de emitir para construcción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F9F9DBD-B6E9-4730-838F-C2F78ACE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4826B05E-9242-46F5-9FB1-060D8677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35F6D3-EA27-42D3-9900-12F53EEB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6EEF3F9-0120-4C3B-9741-1660B3D4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34 / 47</a:t>
            </a:r>
          </a:p>
        </p:txBody>
      </p:sp>
    </p:spTree>
    <p:extLst>
      <p:ext uri="{BB962C8B-B14F-4D97-AF65-F5344CB8AC3E}">
        <p14:creationId xmlns:p14="http://schemas.microsoft.com/office/powerpoint/2010/main" val="564019717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18984fec0c48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6C22985-8F55-45F6-904D-89A781117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84D91E4-E40E-4D23-B0A9-DDBCBF04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4DE5228-11C7-4696-B7C2-29B6A7CD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Riesgo técnico en el sistema de drenaje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429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4800"/>
                <a:gridCol w="8534400"/>
              </a:tblGrid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Campo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Ejemplo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Riesgo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Pendiente de tubería inferior al mínimo normativo (1%), detectada en el modelo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Probabilidad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Media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Impacto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Estancamiento de aguas pluviales, retrabajo de excavación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Responsable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Ingeniero sanitario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57150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Mitigación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Corregir cotas en el modelo antes de emitir para construcción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5C804B7C-579F-4D83-A2D7-48987DF5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022EEEB-41BC-488B-947D-BB091FBAE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4DC89EA-684E-4422-BEBA-196646D5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EBB81E6-6218-4F48-AFF0-8153EEA5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35 / 47</a:t>
            </a:r>
          </a:p>
        </p:txBody>
      </p:sp>
    </p:spTree>
    <p:extLst>
      <p:ext uri="{BB962C8B-B14F-4D97-AF65-F5344CB8AC3E}">
        <p14:creationId xmlns:p14="http://schemas.microsoft.com/office/powerpoint/2010/main" val="1363991994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AAE1AF0-0825-4C1D-9F11-530B4A035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CDBEC4-3781-4D24-9FEE-79D64BAE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6109964-F7B5-488F-9AD6-3C368676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Matriz de observaciones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C3A2EED-A00F-46CE-AF11-102C2327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La tabla de trazabilidad que conecta auditoría y gestión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8B255386-5EA7-475D-88CE-77646EC7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444243925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efe93321d47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AA34A0F-96E7-4C2A-A520-76F6BA5D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B76E45C-5196-492A-88CD-9CCC4BB3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MATRIZ DE OBSERVACIONES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2B03CE6-CF17-4479-8C57-3CAE52D1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Campos típicos de la matriz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937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592"/>
                <a:gridCol w="8420608"/>
              </a:tblGrid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Campo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Descripción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N.°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Correlativo del hallazgo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Disciplina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Arquitectura, estructuras, MEP, etc.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Elemento / Ubicación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Elemento del modelo y su ubicación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Descripción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Qué no cumple y respecto a qué requisito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Severidad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Crítica / mayor / menor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Geométrico, de información, de coordinación, normativo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Responsable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Quién debe subsanarlo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Fecha límite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Plazo de levantamiento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357909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Estado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Abierta / en proceso / cerrada / no aplica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57910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Evidencia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Captura, vista 3D o ID del clash asociado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C5BBBC4-4B7B-4682-905E-5FB83F60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095A1D5-34F2-4065-AABA-A5CC4B6B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D985A45-404B-4F7E-9E9E-36D07317D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8FA2250-E2F7-4E69-B951-7F522A896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37 / 47</a:t>
            </a:r>
          </a:p>
        </p:txBody>
      </p:sp>
    </p:spTree>
    <p:extLst>
      <p:ext uri="{BB962C8B-B14F-4D97-AF65-F5344CB8AC3E}">
        <p14:creationId xmlns:p14="http://schemas.microsoft.com/office/powerpoint/2010/main" val="395395769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aecb1be5043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C58E5EE-072B-433B-95D4-02CD07FE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6B2A8D9-00E7-458D-BFB0-8AAAF858F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USO OPERATIVO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09EFC4C-26C0-4757-A5C0-E4706727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Qué hace la matriz además de documentar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75459E-D89C-4981-A13E-CBE9DAAA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Cuantifica el indicador "% de observaciones cerradas vs. abiertas" en cada corte del proyecto.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Es la base de las reuniones de coordinación BIM (BIM Coordination Meetings).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Permite medir tendencia por disciplina: quién genera más hallazgos y con qué severidad.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Se retroalimenta directamente de los KPI de interferencias vistos en la sección 03.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F013372-BED1-4F6B-ACAB-0921B23B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1CD6A34B-B909-4D41-AE91-1DA1C5C8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EF01561-240A-49AA-98DD-499E6099E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77D5EBA-E523-4A89-8A80-45D89551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38 / 47</a:t>
            </a:r>
          </a:p>
        </p:txBody>
      </p:sp>
    </p:spTree>
    <p:extLst>
      <p:ext uri="{BB962C8B-B14F-4D97-AF65-F5344CB8AC3E}">
        <p14:creationId xmlns:p14="http://schemas.microsoft.com/office/powerpoint/2010/main" val="1151682962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e891a84c94b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5675AB7-BC21-458B-B038-66A983AC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3D94298-CE89-4235-8213-DAF13585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576A522-0E14-4A4A-BDAA-1FEFB97E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36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Una observación real de la red de drenaje en la matriz</a:t>
            </a:r>
          </a:p>
        </p:txBody>
      </p:sp>
      <p:graphicFrame>
        <p:nvGraphicFramePr>
          <p:cNvPr id="17" name="Table 5"/>
          <p:cNvGraphicFramePr/>
          <p:nvPr/>
        </p:nvGraphicFramePr>
        <p:xfrm>
          <a:off xmlns:a="http://schemas.openxmlformats.org/drawingml/2006/main" x="406400" y="2159000"/>
          <a:ext xmlns:a="http://schemas.openxmlformats.org/drawingml/2006/main" cx="11379200" cy="3937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60"/>
                <a:gridCol w="7965440"/>
              </a:tblGrid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Campo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Valor</a:t>
                      </a:r>
                    </a:p>
                  </a:txBody>
                  <a:tcPr marL="91440" marR="91440" marT="45720" marB="45720">
                    <a:solidFill>
                      <a:srgbClr val="06366B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N.°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014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Disciplina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Sanitaria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Elemento / Ubicación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Tubería de drenaje pluvial, nivel -1, eje C-D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Descripción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La tubería atraviesa una viga de cimentación sin holgura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Severidad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Crítica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Coordinación (clash)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  <a:tr h="437444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Responsable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Coordinador MEP / sanitario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7448"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Estado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  <a:tc>
                  <a:txBody>
                    <a:bodyPr>
                      <a:normAutofit/>
                    </a:bodyPr>
                    <a:lstStyle/>
                    <a:p>
                      <a:r>
                        <a:rPr sz="1400">
                          <a:solidFill>
                            <a:srgbClr val="102A43"/>
                          </a:solidFill>
                          <a:latin typeface="Arial"/>
                          <a:ea typeface="Arial"/>
                          <a:cs typeface="Arial"/>
                        </a:rPr>
                        <a:t>Abierta</a:t>
                      </a:r>
                    </a:p>
                  </a:txBody>
                  <a:tcPr marL="91440" marR="91440" marT="45720" marB="45720"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C3F68338-11A9-4C64-8EBD-A97ED79C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9D18A1F-7388-4497-8F65-7D9C10A7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5DAC8D-96B5-4EE9-9D16-994F2098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BE5F7BE-8619-458D-BE7B-E727A9A3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39 / 47</a:t>
            </a:r>
          </a:p>
        </p:txBody>
      </p:sp>
    </p:spTree>
    <p:extLst>
      <p:ext uri="{BB962C8B-B14F-4D97-AF65-F5344CB8AC3E}">
        <p14:creationId xmlns:p14="http://schemas.microsoft.com/office/powerpoint/2010/main" val="623482091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ECDACC2-816D-42C7-86DC-92F6C88F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D40E825-D682-47B2-92F8-D199FD51F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101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6F1559A-0F3C-4201-865A-AE76A424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21000"/>
            <a:ext cx="9525000" cy="698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Automatización de auditorías BIM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B2B9569-689D-45EA-905C-36310CFC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683000"/>
            <a:ext cx="825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De la revisión manual a la verificación programada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0865F67-EBC0-49D0-B390-258E96DAD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1710348040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01cecf7d240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BA30FC4-99E9-44BF-AC8C-35A9E880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D974119-7FE7-4A62-A1FD-D00CCC53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HERRAMIENTAS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010BAD-0699-4D8A-B795-D58D2434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Solibri y Dynamo: dos formas de automatizar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3C94CB7-330C-46C0-B1E2-E1FA0FDA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9197FA-8BF0-480C-A6BD-14C6DFA5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7AD483C-9A5E-4938-816E-84D09115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Solibri — Model Checker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0E22D36-22EC-446A-A300-967023CFB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Compara el modelo contra reglas parametrizables.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Nomenclatura, normativa, propiedades, espacios MEP, accesibilidad, evacuación.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Reglas personalizables por proyecto u organización.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98AFD31-49A9-465B-A0B4-365ED048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4900" y="2159000"/>
            <a:ext cx="5600700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B4A4019-9DEA-4523-8880-B90D537B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36800"/>
            <a:ext cx="5245100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9243D22-29E1-4165-B50A-D2642B29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54300"/>
            <a:ext cx="52451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Dynamo — visual scripting en Revit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C66F91C-4759-4D98-BF3B-77A468D3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9600"/>
            <a:ext cx="5245100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Automatiza tareas repetitivas de control de calidad.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Valida masivamente parámetros y cumplimiento normativo.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Exporta datos para auditoría de metadata (información no gráfica).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B2B21E0C-9F5F-4695-BA66-378664347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D8E98CF8-C14A-4C0E-9F32-2E99E276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C3C4ACB-4B52-4E77-B7AF-901AF5A6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6F4B51F-1B30-42A8-BDB8-4B05D0AC2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41 / 47</a:t>
            </a:r>
          </a:p>
        </p:txBody>
      </p:sp>
    </p:spTree>
    <p:extLst>
      <p:ext uri="{BB962C8B-B14F-4D97-AF65-F5344CB8AC3E}">
        <p14:creationId xmlns:p14="http://schemas.microsoft.com/office/powerpoint/2010/main" val="870142437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bd3c955cee49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4B9CD94-5402-4EAF-9551-D15FCA0B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3404FBA-5F8C-4273-B708-4D40E405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AUTOMATIZACIÓN CON IA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9B44DE9-4561-446A-BF66-2080B816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1072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Tres procesos de auditoría que la IA puede automatizar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1F751A4-349E-4A3F-9283-2BB19558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FD2ED10-2C6C-432A-ADAD-4EB29C1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FB7A50E-51D7-4F30-B87F-341B6F26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Clasificación automática de clashes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647DEBA-0CCC-4E75-BE49-7CA7C25E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200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Modelos de visión por computadora priorizan las interferencias detectadas por severidad y disciplina.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Reduce la revisión manual clash por clash.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2E66DC7-F4E6-4C15-AE6E-06FC981B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8733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4825B3-0633-4C43-B992-0504310B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20043F7-8592-4820-82CE-FA32BBA45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2654300"/>
            <a:ext cx="3318933" cy="490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Redacción de la matriz de observaciones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74C874D-61FD-48E1-81A4-9A06AED14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6533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IA generativa convierte los reportes crudos de Solibri/Navisworks en descripciones claras y accionables.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Acelera el paso de hallazgo técnico a fila de matriz.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2DEA565-85FC-43E3-BB87-DF56AC34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1067" y="2159000"/>
            <a:ext cx="3674533" cy="3556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3E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4650F9-143D-4139-A45D-3F98E81E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336800"/>
            <a:ext cx="3318933" cy="279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F555AB9-BE5E-4F6E-8CBF-CE148CB2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2654300"/>
            <a:ext cx="3318933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Predicción de riesgos técnicos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2EBD986-D687-42DD-8437-3EC922AB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867" y="3149600"/>
            <a:ext cx="3318933" cy="241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Modelos de machine learning analizan RFI y cambios históricos del proyecto.</a:t>
            </a:r>
          </a:p>
          <a:p xmlns:a="http://schemas.openxmlformats.org/drawingml/2006/main">
            <a:pPr>
              <a:lnSpc>
                <a:spcPct val="120000"/>
              </a:lnSpc>
              <a:spcAft>
                <a:spcPts val="6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52677F"/>
                </a:solidFill>
                <a:latin typeface="Arial"/>
                <a:ea typeface="Arial"/>
                <a:cs typeface="Arial"/>
              </a:rPr>
              <a:t>•  Anticipan qué zonas del modelo son más propensas a interferencias.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48E0B1C-505E-40AF-9DAB-D6F3078B4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8860ABC8-772A-4BE5-903A-C24A2F69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BBF6989-0270-4799-AD55-B063449D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9BF5B6E-4A50-41B6-A833-B8FAEE93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42 / 47</a:t>
            </a:r>
          </a:p>
        </p:txBody>
      </p:sp>
    </p:spTree>
    <p:extLst>
      <p:ext uri="{BB962C8B-B14F-4D97-AF65-F5344CB8AC3E}">
        <p14:creationId xmlns:p14="http://schemas.microsoft.com/office/powerpoint/2010/main" val="1595937297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14e12e23540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17A8940-4B5B-409E-B250-049B8D4F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3B8A867-C24F-4B78-9E23-69697B3D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HERRAMIENTAS Y BENEFICIOS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D1CF9B9-298F-4EC2-8800-78A7F4E0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Navisworks y beneficios de automatizar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1D0DA0D-99DC-4643-9C87-F9C0E3D4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Navisworks: detección automática de interferencias (clash detection) entre disciplinas federadas.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Cobertura del 100% del modelo frente al muestreo manual.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Repetibilidad: mismas reglas en cada entrega, permitiendo medir tendencia (KPI de la sección 03).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Trazabilidad directa hacia la matriz de observaciones y el informe técnico.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Libera al equipo BIM para enfocarse en hallazgos de criterio, no en errores mecánicos.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BBB5326-E689-41F9-AB79-35806BA0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FCF7C63-50A8-4CD4-9F13-E060AC3A3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6DD3B90-B41E-4AB4-A05A-A7671D4E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E3A3337-3823-4E77-8745-83FF144C0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43 / 47</a:t>
            </a:r>
          </a:p>
        </p:txBody>
      </p:sp>
    </p:spTree>
    <p:extLst>
      <p:ext uri="{BB962C8B-B14F-4D97-AF65-F5344CB8AC3E}">
        <p14:creationId xmlns:p14="http://schemas.microsoft.com/office/powerpoint/2010/main" val="1739668757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cee101e38d42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FA57267-5612-455A-A504-59464C2F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2556295-7BAF-45EA-B5F7-0FF26697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2453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EJEMPLO APLICADO — SISTEMA DE DRENAJE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AFE5C9A-140C-4A68-93C9-1F900500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4732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3200"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Automatizar la auditoría de la red de drenaje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4F41EFE-934E-4A06-AC1A-BC5556EB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04775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 script de Dynamo valida automáticamente que toda tubería cumpla la pendiente mínima normativa (1%).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Una regla de Solibri detecta cruces entre la red de drenaje y elementos estructurales.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10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Un modelo de IA clasifica y prioriza los clashes de la red de drenaje antes de que un humano los revise.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68D8EB0-9A9D-4E05-B859-B47BA9D2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66A61F1F-AB2C-42B9-ABDC-FD28C6F4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5707357-AC46-4C3E-A127-B3D75E58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C45326C-6723-4441-819B-2DB27D53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44 / 47</a:t>
            </a:r>
          </a:p>
        </p:txBody>
      </p:sp>
    </p:spTree>
    <p:extLst>
      <p:ext uri="{BB962C8B-B14F-4D97-AF65-F5344CB8AC3E}">
        <p14:creationId xmlns:p14="http://schemas.microsoft.com/office/powerpoint/2010/main" val="1264260838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d9100a53a48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1B34B92-7280-45E0-9974-374A890B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7FF3EFB-7004-4900-B91C-CD3A7201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206500"/>
            <a:ext cx="11379200" cy="44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Resumen de la sesión 6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E18A146-9B8B-46DC-8405-D7C6288DC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65100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F2601C9-48AF-498D-9EC5-09E3C75A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803400"/>
            <a:ext cx="11379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Del modelo a la evidencia: diferenciar, medir, prevenir, documentar y automatizar.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6C4E3E8-7EF2-4CDC-9E67-DAD79613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159000"/>
            <a:ext cx="11379200" cy="355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Marco normativo: ISO 19650 y su adaptación local, el Plan BIM Perú (DS 289-2019-EF, hoja de ruta a 2025-2030).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Diferencias entre modelos: LOD/LOI/LOIN y el traspaso COBie hacia O&amp;M.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Indicadores: 14 KPI de gestión + indicadores de cumplimiento del modelo.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Riesgos técnicos: identificación preventiva apoyada en el modelo federado.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Matriz de observaciones: la trazabilidad que conecta auditoría y gestión, exigida en inversión pública peruana.</a:t>
            </a:r>
          </a:p>
          <a:p xmlns:a="http://schemas.openxmlformats.org/drawingml/2006/main">
            <a:pPr>
              <a:lnSpc>
                <a:spcPct val="125000"/>
              </a:lnSpc>
              <a:spcAft>
                <a:spcPts val="800"/>
              </a:spcAft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102A43"/>
                </a:solidFill>
                <a:latin typeface="Arial"/>
                <a:ea typeface="Arial"/>
                <a:cs typeface="Arial"/>
              </a:rPr>
              <a:t>•  Automatización: Solibri, Dynamo y Navisworks como aceleradores, no reemplazo del criterio técnico.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C768659-E583-4110-AF18-DF9EE9340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F3464AF-0E07-4627-B28E-39B4B7EEC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EA38AE8-3ED2-4AC1-BCED-6CBD5465F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B743E60-6729-4E8E-825E-DC0EAC0C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45 / 47</a:t>
            </a:r>
          </a:p>
        </p:txBody>
      </p:sp>
    </p:spTree>
    <p:extLst>
      <p:ext uri="{BB962C8B-B14F-4D97-AF65-F5344CB8AC3E}">
        <p14:creationId xmlns:p14="http://schemas.microsoft.com/office/powerpoint/2010/main" val="1302796225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C61294C-5A65-4F4E-823A-8F1CE621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323B226-FD94-408F-AEE9-41579962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19050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EA921B9-0D42-461F-B07B-C6496183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286000"/>
            <a:ext cx="104775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6B8F"/>
                </a:solidFill>
                <a:latin typeface="Arial"/>
                <a:ea typeface="Arial"/>
                <a:cs typeface="Arial"/>
              </a:rPr>
              <a:t>REFLEXIÓN FINAL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BD90FF4-836C-4A2D-934A-B68322D6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603500"/>
            <a:ext cx="10160000" cy="127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“La estandarización no se corrige a mitad de obra: se diseña el primer día del proyecto.”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DC1BF23-2C8E-4686-999E-D4864F09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4064000"/>
            <a:ext cx="9842500" cy="1493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C9D6E4"/>
                </a:solidFill>
                <a:latin typeface="Arial"/>
                <a:ea typeface="Arial"/>
                <a:cs typeface="Arial"/>
              </a:rPr>
              <a:t>Cada nomenclatura, cada plantilla, cada regla de LOD/LOI que se define antes del primer trazo cuesta minutos. La misma regla, impuesta después de que el equipo ya modeló a su manera, cuesta semanas de retrabajo y observaciones repetidas. Auditar bien un modelo empieza por exigir, desde el kickoff, el mismo EIR, el mismo BEP y los mismos criterios de calidad para todas las disciplinas — en Gesconvial, esa disciplina temprana es la que hace que la auditoría sea una confirmación, no una corrección.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4EB5767-0B51-4B10-817C-3D1805B76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502400"/>
            <a:ext cx="11379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  <p:extLst>
      <p:ext uri="{BB962C8B-B14F-4D97-AF65-F5344CB8AC3E}">
        <p14:creationId xmlns:p14="http://schemas.microsoft.com/office/powerpoint/2010/main" val="556170575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4b835fad84b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704850"/>
          </a:xfrm>
          <a:prstGeom xmlns:a="http://schemas.openxmlformats.org/drawingml/2006/main" prst="rect">
            <a:avLst/>
          </a:prstGeom>
        </p:spPr>
      </p:pic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D8041EF-4BAE-4605-A985-E5B01434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857250"/>
            <a:ext cx="11379200" cy="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3ED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572DBDC-6593-4B48-B4FC-636AD3A78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6731000"/>
            <a:ext cx="406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8C0F927-DE5C-4B92-9EC8-624721F2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6731000"/>
            <a:ext cx="15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2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40160ca28b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0"/>
            <a:ext cx="5715000" cy="6858000"/>
          </a:xfrm>
          <a:prstGeom xmlns:a="http://schemas.openxmlformats.org/drawingml/2006/main" prst="rect">
            <a:avLst/>
          </a:prstGeom>
        </p:spPr>
      </p:pic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B62A26B-28B7-40C4-86E1-DD4BA389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7600"/>
            <a:ext cx="2413000" cy="40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FA7000C-4A07-4CB4-AFF1-760C6E22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197600"/>
            <a:ext cx="2413000" cy="40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GESCONVIAL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2ED613-FB42-4AB3-B7C5-4FF642BB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667000"/>
            <a:ext cx="5588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E6003C"/>
                </a:solidFill>
                <a:latin typeface="Arial"/>
                <a:ea typeface="Arial"/>
                <a:cs typeface="Arial"/>
              </a:rPr>
              <a:t>SESIÓN 6 · AUDITORÍA Y CONTROL DE CALIDAD BIM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984E94-FF21-4D82-BA6D-DCC6DC9A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2984500"/>
            <a:ext cx="5588000" cy="82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102A43"/>
                </a:solidFill>
                <a:latin typeface="Arial"/>
                <a:ea typeface="Arial"/>
                <a:cs typeface="Arial"/>
              </a:rPr>
              <a:t>¡Gracias!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0BEEB8C-7CE2-4E6D-9DAA-9AD18879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400" y="3873500"/>
            <a:ext cx="508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52677F"/>
                </a:solidFill>
                <a:latin typeface="Arial"/>
                <a:ea typeface="Arial"/>
                <a:cs typeface="Arial"/>
              </a:rPr>
              <a:t>Preguntas, comentarios y observaciones son bienvenidos para seguir estandarizando juntos.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85B60C0-B335-49DB-9F33-3ACCCE70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121920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6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DA98737-F4E0-4C87-9AEB-440318A5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02400"/>
            <a:ext cx="609600" cy="35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26DAC22-BB65-40B7-B4BC-FE325A4E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" y="6553200"/>
            <a:ext cx="82550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Auditoría y Control de Calidad BIM · Sesión 6 · Gesconvial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BA48EF1-E518-46C4-9CDC-203C0491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000" y="6553200"/>
            <a:ext cx="1854200" cy="25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5000"/>
              </a:lnSpc>
              <a:buNone/>
              <a:defRPr sz="1400"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47 / 47</a:t>
            </a:r>
          </a:p>
        </p:txBody>
      </p:sp>
    </p:spTree>
    <p:extLst>
      <p:ext uri="{BB962C8B-B14F-4D97-AF65-F5344CB8AC3E}">
        <p14:creationId xmlns:p14="http://schemas.microsoft.com/office/powerpoint/2010/main" val="124899105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2026-09-18T04:17:48.3970000Z</dcterms:created>
  <dcterms:modified xsi:type="dcterms:W3CDTF">2026-09-18T04:17:48.3970000Z</dcterms:modified>
</coreProperties>
</file>