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c671fbbd394c2b" /><Relationship Type="http://schemas.openxmlformats.org/officeDocument/2006/relationships/extended-properties" Target="/docProps/app.xml" Id="Rdcf1a597428c491e" /><Relationship Type="http://schemas.openxmlformats.org/officeDocument/2006/relationships/officeDocument" Target="/ppt/presentation.xml" Id="R4eccee39de9b43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08a203e3784184"/>
  </p:sldMasterIdLst>
  <p:notesMasterIdLst>
    <p:notesMasterId xmlns:r="http://schemas.openxmlformats.org/officeDocument/2006/relationships" r:id="Rbeb4839daf394cb5"/>
  </p:notesMasterIdLst>
  <p:sldIdLst>
    <p:sldId xmlns:r="http://schemas.openxmlformats.org/officeDocument/2006/relationships" id="256" r:id="R4753459624e8469f"/>
    <p:sldId xmlns:r="http://schemas.openxmlformats.org/officeDocument/2006/relationships" id="257" r:id="Ra435816ad976492d"/>
    <p:sldId xmlns:r="http://schemas.openxmlformats.org/officeDocument/2006/relationships" id="258" r:id="R829ffdbb3a2b4fbf"/>
    <p:sldId xmlns:r="http://schemas.openxmlformats.org/officeDocument/2006/relationships" id="259" r:id="Rb799cc291d434993"/>
    <p:sldId xmlns:r="http://schemas.openxmlformats.org/officeDocument/2006/relationships" id="260" r:id="R54139dec2a824ae1"/>
    <p:sldId xmlns:r="http://schemas.openxmlformats.org/officeDocument/2006/relationships" id="261" r:id="R75ecf857c43647a1"/>
    <p:sldId xmlns:r="http://schemas.openxmlformats.org/officeDocument/2006/relationships" id="262" r:id="R4a8764f7ff15405e"/>
    <p:sldId xmlns:r="http://schemas.openxmlformats.org/officeDocument/2006/relationships" id="263" r:id="R70ca82781a954572"/>
    <p:sldId xmlns:r="http://schemas.openxmlformats.org/officeDocument/2006/relationships" id="264" r:id="Ree448ce4f43b420d"/>
    <p:sldId xmlns:r="http://schemas.openxmlformats.org/officeDocument/2006/relationships" id="265" r:id="Rfe7533e6f85b4486"/>
    <p:sldId xmlns:r="http://schemas.openxmlformats.org/officeDocument/2006/relationships" id="266" r:id="Ra23d1c6197bf40db"/>
    <p:sldId xmlns:r="http://schemas.openxmlformats.org/officeDocument/2006/relationships" id="267" r:id="Rf173deae72ac461c"/>
    <p:sldId xmlns:r="http://schemas.openxmlformats.org/officeDocument/2006/relationships" id="268" r:id="R201dbf8a629b4336"/>
    <p:sldId xmlns:r="http://schemas.openxmlformats.org/officeDocument/2006/relationships" id="269" r:id="R44ed4ca80cc04703"/>
    <p:sldId xmlns:r="http://schemas.openxmlformats.org/officeDocument/2006/relationships" id="270" r:id="R0851e0a1840844e9"/>
    <p:sldId xmlns:r="http://schemas.openxmlformats.org/officeDocument/2006/relationships" id="271" r:id="Ra00f253231044d28"/>
    <p:sldId xmlns:r="http://schemas.openxmlformats.org/officeDocument/2006/relationships" id="272" r:id="Ra8786b46852642bd"/>
    <p:sldId xmlns:r="http://schemas.openxmlformats.org/officeDocument/2006/relationships" id="273" r:id="R903ebb23d1f14d1a"/>
    <p:sldId xmlns:r="http://schemas.openxmlformats.org/officeDocument/2006/relationships" id="274" r:id="R62497e959255482f"/>
    <p:sldId xmlns:r="http://schemas.openxmlformats.org/officeDocument/2006/relationships" id="275" r:id="Rb3fab9395b5241ec"/>
    <p:sldId xmlns:r="http://schemas.openxmlformats.org/officeDocument/2006/relationships" id="276" r:id="Rbc5a2dc04ae04c9d"/>
    <p:sldId xmlns:r="http://schemas.openxmlformats.org/officeDocument/2006/relationships" id="277" r:id="R3f4596e264f04e4a"/>
    <p:sldId xmlns:r="http://schemas.openxmlformats.org/officeDocument/2006/relationships" id="278" r:id="Rf3ceffa058254b5e"/>
    <p:sldId xmlns:r="http://schemas.openxmlformats.org/officeDocument/2006/relationships" id="279" r:id="R7d5155e5020246fc"/>
    <p:sldId xmlns:r="http://schemas.openxmlformats.org/officeDocument/2006/relationships" id="280" r:id="Ra1acbd3410e94ab2"/>
    <p:sldId xmlns:r="http://schemas.openxmlformats.org/officeDocument/2006/relationships" id="281" r:id="Rf3fece1f098241d2"/>
    <p:sldId xmlns:r="http://schemas.openxmlformats.org/officeDocument/2006/relationships" id="282" r:id="Rb114b9908aba4a7d"/>
    <p:sldId xmlns:r="http://schemas.openxmlformats.org/officeDocument/2006/relationships" id="283" r:id="Rd1572b12d31346a4"/>
    <p:sldId xmlns:r="http://schemas.openxmlformats.org/officeDocument/2006/relationships" id="284" r:id="R36aad7acf57c4dbb"/>
    <p:sldId xmlns:r="http://schemas.openxmlformats.org/officeDocument/2006/relationships" id="285" r:id="R46805fc49e8648e3"/>
    <p:sldId xmlns:r="http://schemas.openxmlformats.org/officeDocument/2006/relationships" id="286" r:id="R699233a8b9954de1"/>
    <p:sldId xmlns:r="http://schemas.openxmlformats.org/officeDocument/2006/relationships" id="287" r:id="R82c1bb438ae645cb"/>
    <p:sldId xmlns:r="http://schemas.openxmlformats.org/officeDocument/2006/relationships" id="288" r:id="R197515a23d654798"/>
    <p:sldId xmlns:r="http://schemas.openxmlformats.org/officeDocument/2006/relationships" id="289" r:id="Rf6782f3f1e864a50"/>
    <p:sldId xmlns:r="http://schemas.openxmlformats.org/officeDocument/2006/relationships" id="290" r:id="Rb4b522305a81446f"/>
    <p:sldId xmlns:r="http://schemas.openxmlformats.org/officeDocument/2006/relationships" id="291" r:id="Re7e01f009b7f42fd"/>
    <p:sldId xmlns:r="http://schemas.openxmlformats.org/officeDocument/2006/relationships" id="292" r:id="Ra52f189fd7704c88"/>
    <p:sldId xmlns:r="http://schemas.openxmlformats.org/officeDocument/2006/relationships" id="293" r:id="Rab599235bbc94b98"/>
    <p:sldId xmlns:r="http://schemas.openxmlformats.org/officeDocument/2006/relationships" id="294" r:id="R954cb92b230b4510"/>
    <p:sldId xmlns:r="http://schemas.openxmlformats.org/officeDocument/2006/relationships" id="295" r:id="Rc2c4325daca6468d"/>
    <p:sldId xmlns:r="http://schemas.openxmlformats.org/officeDocument/2006/relationships" id="296" r:id="R6cefc1f8eac94e9e"/>
    <p:sldId xmlns:r="http://schemas.openxmlformats.org/officeDocument/2006/relationships" id="297" r:id="R2d064d4826264e59"/>
    <p:sldId xmlns:r="http://schemas.openxmlformats.org/officeDocument/2006/relationships" id="298" r:id="R07b0a5bc6a6d4983"/>
    <p:sldId xmlns:r="http://schemas.openxmlformats.org/officeDocument/2006/relationships" id="299" r:id="Rf8eb674cef9d4837"/>
    <p:sldId xmlns:r="http://schemas.openxmlformats.org/officeDocument/2006/relationships" id="300" r:id="R7290a977379b47ac"/>
    <p:sldId xmlns:r="http://schemas.openxmlformats.org/officeDocument/2006/relationships" id="301" r:id="R6c6987eb84c24dcd"/>
    <p:sldId xmlns:r="http://schemas.openxmlformats.org/officeDocument/2006/relationships" id="302" r:id="Rb5ce04ac099744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8e0b61b19140f7" /><Relationship Type="http://schemas.openxmlformats.org/officeDocument/2006/relationships/slideMaster" Target="/ppt/slideMasters/slideMaster1.xml" Id="R4308a203e3784184" /><Relationship Type="http://schemas.openxmlformats.org/officeDocument/2006/relationships/notesMaster" Target="/ppt/notesMasters/notesMaster1.xml" Id="Rbeb4839daf394cb5" /><Relationship Type="http://schemas.openxmlformats.org/officeDocument/2006/relationships/presProps" Target="/ppt/presProps.xml" Id="R7c43958cd5be4017" /><Relationship Type="http://schemas.openxmlformats.org/officeDocument/2006/relationships/viewProps" Target="/ppt/viewProps.xml" Id="R4c0126de803c4824" /><Relationship Type="http://schemas.openxmlformats.org/officeDocument/2006/relationships/tableStyles" Target="/ppt/tableStyles.xml" Id="R6f066b6a1db74c7c" /><Relationship Type="http://schemas.openxmlformats.org/officeDocument/2006/relationships/slide" Target="/ppt/slides/slide1.xml" Id="R4753459624e8469f" /><Relationship Type="http://schemas.openxmlformats.org/officeDocument/2006/relationships/slide" Target="/ppt/slides/slide2.xml" Id="Ra435816ad976492d" /><Relationship Type="http://schemas.openxmlformats.org/officeDocument/2006/relationships/slide" Target="/ppt/slides/slide3.xml" Id="R829ffdbb3a2b4fbf" /><Relationship Type="http://schemas.openxmlformats.org/officeDocument/2006/relationships/slide" Target="/ppt/slides/slide4.xml" Id="Rb799cc291d434993" /><Relationship Type="http://schemas.openxmlformats.org/officeDocument/2006/relationships/slide" Target="/ppt/slides/slide5.xml" Id="R54139dec2a824ae1" /><Relationship Type="http://schemas.openxmlformats.org/officeDocument/2006/relationships/slide" Target="/ppt/slides/slide6.xml" Id="R75ecf857c43647a1" /><Relationship Type="http://schemas.openxmlformats.org/officeDocument/2006/relationships/slide" Target="/ppt/slides/slide7.xml" Id="R4a8764f7ff15405e" /><Relationship Type="http://schemas.openxmlformats.org/officeDocument/2006/relationships/slide" Target="/ppt/slides/slide8.xml" Id="R70ca82781a954572" /><Relationship Type="http://schemas.openxmlformats.org/officeDocument/2006/relationships/slide" Target="/ppt/slides/slide9.xml" Id="Ree448ce4f43b420d" /><Relationship Type="http://schemas.openxmlformats.org/officeDocument/2006/relationships/slide" Target="/ppt/slides/slide10.xml" Id="Rfe7533e6f85b4486" /><Relationship Type="http://schemas.openxmlformats.org/officeDocument/2006/relationships/slide" Target="/ppt/slides/slide11.xml" Id="Ra23d1c6197bf40db" /><Relationship Type="http://schemas.openxmlformats.org/officeDocument/2006/relationships/slide" Target="/ppt/slides/slide12.xml" Id="Rf173deae72ac461c" /><Relationship Type="http://schemas.openxmlformats.org/officeDocument/2006/relationships/slide" Target="/ppt/slides/slide13.xml" Id="R201dbf8a629b4336" /><Relationship Type="http://schemas.openxmlformats.org/officeDocument/2006/relationships/slide" Target="/ppt/slides/slide14.xml" Id="R44ed4ca80cc04703" /><Relationship Type="http://schemas.openxmlformats.org/officeDocument/2006/relationships/slide" Target="/ppt/slides/slide15.xml" Id="R0851e0a1840844e9" /><Relationship Type="http://schemas.openxmlformats.org/officeDocument/2006/relationships/slide" Target="/ppt/slides/slide16.xml" Id="Ra00f253231044d28" /><Relationship Type="http://schemas.openxmlformats.org/officeDocument/2006/relationships/slide" Target="/ppt/slides/slide17.xml" Id="Ra8786b46852642bd" /><Relationship Type="http://schemas.openxmlformats.org/officeDocument/2006/relationships/slide" Target="/ppt/slides/slide18.xml" Id="R903ebb23d1f14d1a" /><Relationship Type="http://schemas.openxmlformats.org/officeDocument/2006/relationships/slide" Target="/ppt/slides/slide19.xml" Id="R62497e959255482f" /><Relationship Type="http://schemas.openxmlformats.org/officeDocument/2006/relationships/slide" Target="/ppt/slides/slide20.xml" Id="Rb3fab9395b5241ec" /><Relationship Type="http://schemas.openxmlformats.org/officeDocument/2006/relationships/slide" Target="/ppt/slides/slide21.xml" Id="Rbc5a2dc04ae04c9d" /><Relationship Type="http://schemas.openxmlformats.org/officeDocument/2006/relationships/slide" Target="/ppt/slides/slide22.xml" Id="R3f4596e264f04e4a" /><Relationship Type="http://schemas.openxmlformats.org/officeDocument/2006/relationships/slide" Target="/ppt/slides/slide23.xml" Id="Rf3ceffa058254b5e" /><Relationship Type="http://schemas.openxmlformats.org/officeDocument/2006/relationships/slide" Target="/ppt/slides/slide24.xml" Id="R7d5155e5020246fc" /><Relationship Type="http://schemas.openxmlformats.org/officeDocument/2006/relationships/slide" Target="/ppt/slides/slide25.xml" Id="Ra1acbd3410e94ab2" /><Relationship Type="http://schemas.openxmlformats.org/officeDocument/2006/relationships/slide" Target="/ppt/slides/slide26.xml" Id="Rf3fece1f098241d2" /><Relationship Type="http://schemas.openxmlformats.org/officeDocument/2006/relationships/slide" Target="/ppt/slides/slide27.xml" Id="Rb114b9908aba4a7d" /><Relationship Type="http://schemas.openxmlformats.org/officeDocument/2006/relationships/slide" Target="/ppt/slides/slide28.xml" Id="Rd1572b12d31346a4" /><Relationship Type="http://schemas.openxmlformats.org/officeDocument/2006/relationships/slide" Target="/ppt/slides/slide29.xml" Id="R36aad7acf57c4dbb" /><Relationship Type="http://schemas.openxmlformats.org/officeDocument/2006/relationships/slide" Target="/ppt/slides/slide30.xml" Id="R46805fc49e8648e3" /><Relationship Type="http://schemas.openxmlformats.org/officeDocument/2006/relationships/slide" Target="/ppt/slides/slide31.xml" Id="R699233a8b9954de1" /><Relationship Type="http://schemas.openxmlformats.org/officeDocument/2006/relationships/slide" Target="/ppt/slides/slide32.xml" Id="R82c1bb438ae645cb" /><Relationship Type="http://schemas.openxmlformats.org/officeDocument/2006/relationships/slide" Target="/ppt/slides/slide33.xml" Id="R197515a23d654798" /><Relationship Type="http://schemas.openxmlformats.org/officeDocument/2006/relationships/slide" Target="/ppt/slides/slide34.xml" Id="Rf6782f3f1e864a50" /><Relationship Type="http://schemas.openxmlformats.org/officeDocument/2006/relationships/slide" Target="/ppt/slides/slide35.xml" Id="Rb4b522305a81446f" /><Relationship Type="http://schemas.openxmlformats.org/officeDocument/2006/relationships/slide" Target="/ppt/slides/slide36.xml" Id="Re7e01f009b7f42fd" /><Relationship Type="http://schemas.openxmlformats.org/officeDocument/2006/relationships/slide" Target="/ppt/slides/slide37.xml" Id="Ra52f189fd7704c88" /><Relationship Type="http://schemas.openxmlformats.org/officeDocument/2006/relationships/slide" Target="/ppt/slides/slide38.xml" Id="Rab599235bbc94b98" /><Relationship Type="http://schemas.openxmlformats.org/officeDocument/2006/relationships/slide" Target="/ppt/slides/slide39.xml" Id="R954cb92b230b4510" /><Relationship Type="http://schemas.openxmlformats.org/officeDocument/2006/relationships/slide" Target="/ppt/slides/slide40.xml" Id="Rc2c4325daca6468d" /><Relationship Type="http://schemas.openxmlformats.org/officeDocument/2006/relationships/slide" Target="/ppt/slides/slide41.xml" Id="R6cefc1f8eac94e9e" /><Relationship Type="http://schemas.openxmlformats.org/officeDocument/2006/relationships/slide" Target="/ppt/slides/slide42.xml" Id="R2d064d4826264e59" /><Relationship Type="http://schemas.openxmlformats.org/officeDocument/2006/relationships/slide" Target="/ppt/slides/slide43.xml" Id="R07b0a5bc6a6d4983" /><Relationship Type="http://schemas.openxmlformats.org/officeDocument/2006/relationships/slide" Target="/ppt/slides/slide44.xml" Id="Rf8eb674cef9d4837" /><Relationship Type="http://schemas.openxmlformats.org/officeDocument/2006/relationships/slide" Target="/ppt/slides/slide45.xml" Id="R7290a977379b47ac" /><Relationship Type="http://schemas.openxmlformats.org/officeDocument/2006/relationships/slide" Target="/ppt/slides/slide46.xml" Id="R6c6987eb84c24dcd" /><Relationship Type="http://schemas.openxmlformats.org/officeDocument/2006/relationships/slide" Target="/ppt/slides/slide47.xml" Id="Rb5ce04ac099744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d88d63bf3e4e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f1cb33f46e445c" /><Relationship Type="http://schemas.openxmlformats.org/officeDocument/2006/relationships/notesMaster" Target="/ppt/notesMasters/notesMaster1.xml" Id="Rc4d1e2981eb741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e8b5eca7e94a0f" /><Relationship Type="http://schemas.openxmlformats.org/officeDocument/2006/relationships/notesMaster" Target="/ppt/notesMasters/notesMaster1.xml" Id="Ra9d71190dbbf43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efc273e1c84fef" /><Relationship Type="http://schemas.openxmlformats.org/officeDocument/2006/relationships/notesMaster" Target="/ppt/notesMasters/notesMaster1.xml" Id="R5f9571919b9040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f60a53cd2c42a7" /><Relationship Type="http://schemas.openxmlformats.org/officeDocument/2006/relationships/notesMaster" Target="/ppt/notesMasters/notesMaster1.xml" Id="R79a1f5b9a05243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e83a42482a4dfb" /><Relationship Type="http://schemas.openxmlformats.org/officeDocument/2006/relationships/notesMaster" Target="/ppt/notesMasters/notesMaster1.xml" Id="Rc4dfa38cc5b748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c0d5110ffc4eef" /><Relationship Type="http://schemas.openxmlformats.org/officeDocument/2006/relationships/notesMaster" Target="/ppt/notesMasters/notesMaster1.xml" Id="Rec8e1f8f873c43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871af390dd438d" /><Relationship Type="http://schemas.openxmlformats.org/officeDocument/2006/relationships/notesMaster" Target="/ppt/notesMasters/notesMaster1.xml" Id="R276627e4200a47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4d8443bed9442e" /><Relationship Type="http://schemas.openxmlformats.org/officeDocument/2006/relationships/notesMaster" Target="/ppt/notesMasters/notesMaster1.xml" Id="Re0c103dfca374c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17125040894fc7" /><Relationship Type="http://schemas.openxmlformats.org/officeDocument/2006/relationships/notesMaster" Target="/ppt/notesMasters/notesMaster1.xml" Id="Rac7091fe1a9e41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8779f93a9d4cfb" /><Relationship Type="http://schemas.openxmlformats.org/officeDocument/2006/relationships/notesMaster" Target="/ppt/notesMasters/notesMaster1.xml" Id="R999ea80eb72940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fd611f972a4d72" /><Relationship Type="http://schemas.openxmlformats.org/officeDocument/2006/relationships/notesMaster" Target="/ppt/notesMasters/notesMaster1.xml" Id="R884fcabb680148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86515175494728" /><Relationship Type="http://schemas.openxmlformats.org/officeDocument/2006/relationships/notesMaster" Target="/ppt/notesMasters/notesMaster1.xml" Id="R0404d19aa03d4a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c76a54619442d0" /><Relationship Type="http://schemas.openxmlformats.org/officeDocument/2006/relationships/notesMaster" Target="/ppt/notesMasters/notesMaster1.xml" Id="Rb2ad86d8a1ba422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83e0e667b04625" /><Relationship Type="http://schemas.openxmlformats.org/officeDocument/2006/relationships/notesMaster" Target="/ppt/notesMasters/notesMaster1.xml" Id="R07eb85c24c174b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194351646b4462" /><Relationship Type="http://schemas.openxmlformats.org/officeDocument/2006/relationships/notesMaster" Target="/ppt/notesMasters/notesMaster1.xml" Id="Ra5ef2805c8f54c2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b3ed86632364e9b" /><Relationship Type="http://schemas.openxmlformats.org/officeDocument/2006/relationships/notesMaster" Target="/ppt/notesMasters/notesMaster1.xml" Id="R62c91b233fe84a8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4c38562870847bc" /><Relationship Type="http://schemas.openxmlformats.org/officeDocument/2006/relationships/notesMaster" Target="/ppt/notesMasters/notesMaster1.xml" Id="Rf3caa47e9a3c452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ff4efccf2524c4c" /><Relationship Type="http://schemas.openxmlformats.org/officeDocument/2006/relationships/notesMaster" Target="/ppt/notesMasters/notesMaster1.xml" Id="R2e5cbf6ba22c43f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3b7b04b66c644ab" /><Relationship Type="http://schemas.openxmlformats.org/officeDocument/2006/relationships/notesMaster" Target="/ppt/notesMasters/notesMaster1.xml" Id="R5ce713eb70c84d3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0f785d216184c07" /><Relationship Type="http://schemas.openxmlformats.org/officeDocument/2006/relationships/notesMaster" Target="/ppt/notesMasters/notesMaster1.xml" Id="Rb31bf35ec0ee437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6bcb6ebb53f44e0" /><Relationship Type="http://schemas.openxmlformats.org/officeDocument/2006/relationships/notesMaster" Target="/ppt/notesMasters/notesMaster1.xml" Id="Reab71a32349c475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5dcb570d24741e4" /><Relationship Type="http://schemas.openxmlformats.org/officeDocument/2006/relationships/notesMaster" Target="/ppt/notesMasters/notesMaster1.xml" Id="Re5206a9387a8441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4a191e1bd524687" /><Relationship Type="http://schemas.openxmlformats.org/officeDocument/2006/relationships/notesMaster" Target="/ppt/notesMasters/notesMaster1.xml" Id="Rf775e7b14e93418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f4b8e2bc09f4aaf" /><Relationship Type="http://schemas.openxmlformats.org/officeDocument/2006/relationships/notesMaster" Target="/ppt/notesMasters/notesMaster1.xml" Id="R58cbd9e283a2437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3b715a757d54596" /><Relationship Type="http://schemas.openxmlformats.org/officeDocument/2006/relationships/notesMaster" Target="/ppt/notesMasters/notesMaster1.xml" Id="Rd4f75e428cad4c9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9e377f314b94f19" /><Relationship Type="http://schemas.openxmlformats.org/officeDocument/2006/relationships/notesMaster" Target="/ppt/notesMasters/notesMaster1.xml" Id="R8bfb7a1f00d744d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6f0a363ae254b57" /><Relationship Type="http://schemas.openxmlformats.org/officeDocument/2006/relationships/notesMaster" Target="/ppt/notesMasters/notesMaster1.xml" Id="Rc5202f35da0d412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2603c7c69ff4a9e" /><Relationship Type="http://schemas.openxmlformats.org/officeDocument/2006/relationships/notesMaster" Target="/ppt/notesMasters/notesMaster1.xml" Id="Re1d4d3da1a504b8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a4faf0292114ce9" /><Relationship Type="http://schemas.openxmlformats.org/officeDocument/2006/relationships/notesMaster" Target="/ppt/notesMasters/notesMaster1.xml" Id="R700dada6495b468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b243e67acce458d" /><Relationship Type="http://schemas.openxmlformats.org/officeDocument/2006/relationships/notesMaster" Target="/ppt/notesMasters/notesMaster1.xml" Id="R08d13bab94b0476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56c6755618e4a3f" /><Relationship Type="http://schemas.openxmlformats.org/officeDocument/2006/relationships/notesMaster" Target="/ppt/notesMasters/notesMaster1.xml" Id="R01081b412fa1449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f82a96018d44503" /><Relationship Type="http://schemas.openxmlformats.org/officeDocument/2006/relationships/notesMaster" Target="/ppt/notesMasters/notesMaster1.xml" Id="R4066dea5481340a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73ca47055fa40d5" /><Relationship Type="http://schemas.openxmlformats.org/officeDocument/2006/relationships/notesMaster" Target="/ppt/notesMasters/notesMaster1.xml" Id="Rda8ded272f90442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7a4d4b689db4984" /><Relationship Type="http://schemas.openxmlformats.org/officeDocument/2006/relationships/notesMaster" Target="/ppt/notesMasters/notesMaster1.xml" Id="Re69ba0bf5bb546a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1c3961642cb4c79" /><Relationship Type="http://schemas.openxmlformats.org/officeDocument/2006/relationships/notesMaster" Target="/ppt/notesMasters/notesMaster1.xml" Id="R2ef6f3f27dd4408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ad71c9245f6433c" /><Relationship Type="http://schemas.openxmlformats.org/officeDocument/2006/relationships/notesMaster" Target="/ppt/notesMasters/notesMaster1.xml" Id="Rf463691d078548a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5a6cb8d85d2482c" /><Relationship Type="http://schemas.openxmlformats.org/officeDocument/2006/relationships/notesMaster" Target="/ppt/notesMasters/notesMaster1.xml" Id="Rb262a2ffe36a4b0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016faef7d0e4f35" /><Relationship Type="http://schemas.openxmlformats.org/officeDocument/2006/relationships/notesMaster" Target="/ppt/notesMasters/notesMaster1.xml" Id="Reff0e39946c54be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7cc724139d24a20" /><Relationship Type="http://schemas.openxmlformats.org/officeDocument/2006/relationships/notesMaster" Target="/ppt/notesMasters/notesMaster1.xml" Id="R9eae010b8b1f420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68f99b01da8946ec" /><Relationship Type="http://schemas.openxmlformats.org/officeDocument/2006/relationships/notesMaster" Target="/ppt/notesMasters/notesMaster1.xml" Id="Rd3a2caeb8ec14f0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cf055d532bf410f" /><Relationship Type="http://schemas.openxmlformats.org/officeDocument/2006/relationships/notesMaster" Target="/ppt/notesMasters/notesMaster1.xml" Id="R1a8ba68815d7462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fc96d354c914713" /><Relationship Type="http://schemas.openxmlformats.org/officeDocument/2006/relationships/notesMaster" Target="/ppt/notesMasters/notesMaster1.xml" Id="Rdf1380995f43400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8cd3ea88ee744c2" /><Relationship Type="http://schemas.openxmlformats.org/officeDocument/2006/relationships/notesMaster" Target="/ppt/notesMasters/notesMaster1.xml" Id="R67fff4a16b0b45b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84b87e88d4c24a5a" /><Relationship Type="http://schemas.openxmlformats.org/officeDocument/2006/relationships/notesMaster" Target="/ppt/notesMasters/notesMaster1.xml" Id="R59fc872bed294db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2c391c0fa3749ea" /><Relationship Type="http://schemas.openxmlformats.org/officeDocument/2006/relationships/notesMaster" Target="/ppt/notesMasters/notesMaster1.xml" Id="R25b476094ff645a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94baaf95c0c49ac" /><Relationship Type="http://schemas.openxmlformats.org/officeDocument/2006/relationships/notesMaster" Target="/ppt/notesMasters/notesMaster1.xml" Id="R2529f43587e844e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6c6b02a3438403d" /><Relationship Type="http://schemas.openxmlformats.org/officeDocument/2006/relationships/notesMaster" Target="/ppt/notesMasters/notesMaster1.xml" Id="Rb44b5bed13c842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fb718abcc43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294fc648b641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e1e782b4d471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ceeb231fad468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9901faa53145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dd4aa0d94e45f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836b28ad4c49c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92da5da0f4b7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1c3e5469eb474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fdfb282aa648c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9323ebd622442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04C3BB-B492-4F4D-B16D-C70C1FC7E96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C2CB944-9DD9-4533-A944-5F079CF3471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C39BC73-73F1-4280-B4C1-E584A6DACB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40B7AA-A7DC-4075-9B70-21BE22CB10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79A127-706C-437F-8F45-0A2B245613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83EC5-4EB4-45B2-A625-7159D67EC8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E96CC88-4DA7-4F94-B1C0-4037CC41243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05D71D-97B9-4F3B-8092-3B1BCD5F24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380D0A-D998-43BE-BB47-DF6AD45A69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CAFFB4-A8A3-4F50-94C2-B15343955E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DF4EA7-46C4-4DF1-AE80-9D9A67739E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6282AF4-6D2B-40B2-A27E-3F0F639BFB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4037DC-C193-4EB8-AE65-7E3F4086A7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42896E-CA80-4850-B595-347CC1EA93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714BB3-081B-455B-8B3F-77C2DE4FB0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A2CC86-01FD-490E-9183-0E7047D219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35E81B6-F11E-453A-BD06-155FD34E1B1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D0A2521-7217-4EB4-84A7-2B98F0F9BA9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8765F8-B419-4764-8904-B42C61C09E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4E56297-2A9D-4EB4-88F5-3ABEF3F8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37634F0-9D80-4152-B3BB-87AFC21001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A71628-1D3D-4093-951B-4BB22425C0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2137B8C-827D-44D4-A724-AD338BF128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500D561-4D7B-4AE4-9897-EFEC0A11707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FB97A42-C050-4812-8C23-54483CB5520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5AE6CC6-E5B5-4CBD-856C-D0AB49ADE2C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FC1E2F9-F6DE-4495-9992-C9A70EA665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83136F-6298-4743-8A64-8C27FA709F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3A0AB01-C9EC-45EA-8AEC-3AD114917F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6BC65A-E140-4570-B3D2-7180871408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25EDA69-E748-4F9F-90C8-6E8A540119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683677E-184C-4644-A3BF-A2A4AE6DB2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A380E51-5C83-4456-8A37-65A763D29B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5111AF-7DB3-4E5B-A758-2B65BE2B69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5A9406A-2554-4292-915B-A8442CD5C0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DC1A195-B51E-4541-8397-A15AFEF4D0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A43643-EBDF-45A6-A35B-0BB6F93CD1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0789693-9267-4A8E-A20A-843F9D16D7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15E6510-90F2-48F5-9A17-2E56198CB5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2788246-BA5E-4161-9EAC-15F3592D0E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567497-D26B-435F-9A5C-9757A3614B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0F47045-9FC3-4F6D-BD71-04AC98DBEB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25B833-C167-4A56-87AE-4A67E48E3C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E595703-9115-4CA5-BB7F-4D1E31B7B34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42EB4E8-2D7C-4634-BAB0-D26C442D02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0D63F19-AB61-4401-93B1-BECEFE481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86E8D1-F418-4679-B0AC-DB389F39C4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3A3C921-A0C0-460D-95E0-D5F57599F3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C4A6D3-CFCC-42FE-8905-23D2171E73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9CA6C3E-22E8-4AE6-BA94-089A127338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65F120F-04A4-4F4C-A750-509672392F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202F089-E540-4320-B953-063462FE02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107C7F-3B80-4222-8AEC-03B6EC94F81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70C4CA1-B70B-41A2-9190-AA0DC544FC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2DEBA20-45A3-462D-A464-1E3CF06733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49141C-FE4D-4690-ADB5-29807CCB2A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62C825F-D63C-4B64-9FBA-C01781CD65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27A6BF-2346-4259-ACA4-2B81D84C54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1cc5f259504c77" /><Relationship Type="http://schemas.openxmlformats.org/officeDocument/2006/relationships/slideLayout" Target="/ppt/slideLayouts/slideLayout1.xml" Id="R8baf7c8e2c8c4bc9" /><Relationship Type="http://schemas.openxmlformats.org/officeDocument/2006/relationships/slideLayout" Target="/ppt/slideLayouts/slideLayout2.xml" Id="Rdeba14227f8447cb" /><Relationship Type="http://schemas.openxmlformats.org/officeDocument/2006/relationships/slideLayout" Target="/ppt/slideLayouts/slideLayout3.xml" Id="Rf0e02a7f5f4c48d9" /><Relationship Type="http://schemas.openxmlformats.org/officeDocument/2006/relationships/slideLayout" Target="/ppt/slideLayouts/slideLayout4.xml" Id="R0f1a0a7ce69646a1" /><Relationship Type="http://schemas.openxmlformats.org/officeDocument/2006/relationships/slideLayout" Target="/ppt/slideLayouts/slideLayout5.xml" Id="R692dda8a47b44bec" /><Relationship Type="http://schemas.openxmlformats.org/officeDocument/2006/relationships/slideLayout" Target="/ppt/slideLayouts/slideLayout6.xml" Id="Rc1c74d4275714fc5" /><Relationship Type="http://schemas.openxmlformats.org/officeDocument/2006/relationships/slideLayout" Target="/ppt/slideLayouts/slideLayout7.xml" Id="Rb1e782405d63489e" /><Relationship Type="http://schemas.openxmlformats.org/officeDocument/2006/relationships/slideLayout" Target="/ppt/slideLayouts/slideLayout8.xml" Id="R4a9ef2acf9744937" /><Relationship Type="http://schemas.openxmlformats.org/officeDocument/2006/relationships/slideLayout" Target="/ppt/slideLayouts/slideLayout9.xml" Id="R490cf7cf7af14fcb" /><Relationship Type="http://schemas.openxmlformats.org/officeDocument/2006/relationships/slideLayout" Target="/ppt/slideLayouts/slideLayout10.xml" Id="R040d7a9382cd4b3c" /><Relationship Type="http://schemas.openxmlformats.org/officeDocument/2006/relationships/slideLayout" Target="/ppt/slideLayouts/slideLayout11.xml" Id="R4a78e59230db4fe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8A8264E-0237-4DE5-B59F-F5E7DAB09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29E324-7899-4DB4-A002-9341AA629A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5CEB0EF-D986-4A0D-8B76-60195CF595C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DB782B-0B15-4F69-B9B5-0C4130E92E9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ED4C7D4-2B9F-406C-967D-CD5E054E07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af7c8e2c8c4bc9"/>
    <p:sldLayoutId xmlns:r="http://schemas.openxmlformats.org/officeDocument/2006/relationships" id="2147483650" r:id="Rdeba14227f8447cb"/>
    <p:sldLayoutId xmlns:r="http://schemas.openxmlformats.org/officeDocument/2006/relationships" id="2147483651" r:id="Rf0e02a7f5f4c48d9"/>
    <p:sldLayoutId xmlns:r="http://schemas.openxmlformats.org/officeDocument/2006/relationships" id="2147483652" r:id="R0f1a0a7ce69646a1"/>
    <p:sldLayoutId xmlns:r="http://schemas.openxmlformats.org/officeDocument/2006/relationships" id="2147483653" r:id="R692dda8a47b44bec"/>
    <p:sldLayoutId xmlns:r="http://schemas.openxmlformats.org/officeDocument/2006/relationships" id="2147483654" r:id="Rc1c74d4275714fc5"/>
    <p:sldLayoutId xmlns:r="http://schemas.openxmlformats.org/officeDocument/2006/relationships" id="2147483655" r:id="Rb1e782405d63489e"/>
    <p:sldLayoutId xmlns:r="http://schemas.openxmlformats.org/officeDocument/2006/relationships" id="2147483656" r:id="R4a9ef2acf9744937"/>
    <p:sldLayoutId xmlns:r="http://schemas.openxmlformats.org/officeDocument/2006/relationships" id="2147483657" r:id="R490cf7cf7af14fcb"/>
    <p:sldLayoutId xmlns:r="http://schemas.openxmlformats.org/officeDocument/2006/relationships" id="2147483658" r:id="R040d7a9382cd4b3c"/>
    <p:sldLayoutId xmlns:r="http://schemas.openxmlformats.org/officeDocument/2006/relationships" id="2147483659" r:id="R4a78e59230db4fe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f92c4edd374a8b" /><Relationship Type="http://schemas.openxmlformats.org/officeDocument/2006/relationships/image" Target="/ppt/media/image.png" Id="R13ae306ecc244e17" /><Relationship Type="http://schemas.openxmlformats.org/officeDocument/2006/relationships/image" Target="/ppt/media/image2.png" Id="R03e9a90fc36a485b" /><Relationship Type="http://schemas.openxmlformats.org/officeDocument/2006/relationships/notesSlide" Target="/ppt/notesSlides/notesSlide1.xml" Id="R61b04502dcaa46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f354f793b0423b" /><Relationship Type="http://schemas.openxmlformats.org/officeDocument/2006/relationships/image" Target="/ppt/media/image.png" Id="R5c42482391694c15" /><Relationship Type="http://schemas.openxmlformats.org/officeDocument/2006/relationships/notesSlide" Target="/ppt/notesSlides/notesSlide2.xml" Id="Rd744bf4d96d74c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c2b97c2f144957" /><Relationship Type="http://schemas.openxmlformats.org/officeDocument/2006/relationships/notesSlide" Target="/ppt/notesSlides/notesSlide3.xml" Id="R9b07bca9bf4a4c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ef596684ac4563" /><Relationship Type="http://schemas.openxmlformats.org/officeDocument/2006/relationships/image" Target="/ppt/media/image.png" Id="R4fd7fe78c9f347df" /><Relationship Type="http://schemas.openxmlformats.org/officeDocument/2006/relationships/notesSlide" Target="/ppt/notesSlides/notesSlide4.xml" Id="R9460410130bc40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c4aee2e7b84f12" /><Relationship Type="http://schemas.openxmlformats.org/officeDocument/2006/relationships/image" Target="/ppt/media/image.png" Id="R1ee705cffd054c92" /><Relationship Type="http://schemas.openxmlformats.org/officeDocument/2006/relationships/notesSlide" Target="/ppt/notesSlides/notesSlide5.xml" Id="R22348dbbd91c4e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0453a6724d4863" /><Relationship Type="http://schemas.openxmlformats.org/officeDocument/2006/relationships/image" Target="/ppt/media/image.png" Id="Rdba5c4e3342a463d" /><Relationship Type="http://schemas.openxmlformats.org/officeDocument/2006/relationships/notesSlide" Target="/ppt/notesSlides/notesSlide6.xml" Id="R85dbe7ecf7e346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f4c3cde7764943" /><Relationship Type="http://schemas.openxmlformats.org/officeDocument/2006/relationships/image" Target="/ppt/media/image.png" Id="Ree2fdc8a5c354191" /><Relationship Type="http://schemas.openxmlformats.org/officeDocument/2006/relationships/notesSlide" Target="/ppt/notesSlides/notesSlide7.xml" Id="Rc0205a37446344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12911e45f44112" /><Relationship Type="http://schemas.openxmlformats.org/officeDocument/2006/relationships/image" Target="/ppt/media/image.png" Id="R1cf4707857134717" /><Relationship Type="http://schemas.openxmlformats.org/officeDocument/2006/relationships/notesSlide" Target="/ppt/notesSlides/notesSlide8.xml" Id="Rf4a0587af45549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43b0a044684cf2" /><Relationship Type="http://schemas.openxmlformats.org/officeDocument/2006/relationships/image" Target="/ppt/media/image.png" Id="R97234c2a96084180" /><Relationship Type="http://schemas.openxmlformats.org/officeDocument/2006/relationships/notesSlide" Target="/ppt/notesSlides/notesSlide9.xml" Id="Rb6489e5dc70f45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a30d1ff02d4c99" /><Relationship Type="http://schemas.openxmlformats.org/officeDocument/2006/relationships/image" Target="/ppt/media/image.png" Id="R6c17174c87da44ea" /><Relationship Type="http://schemas.openxmlformats.org/officeDocument/2006/relationships/notesSlide" Target="/ppt/notesSlides/notesSlide10.xml" Id="R18b37579ef5a43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c30292c0154868" /><Relationship Type="http://schemas.openxmlformats.org/officeDocument/2006/relationships/image" Target="/ppt/media/image.png" Id="R0d7e710f9f0a418f" /><Relationship Type="http://schemas.openxmlformats.org/officeDocument/2006/relationships/notesSlide" Target="/ppt/notesSlides/notesSlide11.xml" Id="R09b82b3be7e64b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862e940bb549c1" /><Relationship Type="http://schemas.openxmlformats.org/officeDocument/2006/relationships/notesSlide" Target="/ppt/notesSlides/notesSlide12.xml" Id="R357f129ec04e4a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b278fa17e64622" /><Relationship Type="http://schemas.openxmlformats.org/officeDocument/2006/relationships/image" Target="/ppt/media/image.png" Id="R2cfd7fe0b5dd4a22" /><Relationship Type="http://schemas.openxmlformats.org/officeDocument/2006/relationships/notesSlide" Target="/ppt/notesSlides/notesSlide13.xml" Id="Raf6d525883df48e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c0cc0a7a374323" /><Relationship Type="http://schemas.openxmlformats.org/officeDocument/2006/relationships/image" Target="/ppt/media/image.png" Id="R02d8440f85c94776" /><Relationship Type="http://schemas.openxmlformats.org/officeDocument/2006/relationships/notesSlide" Target="/ppt/notesSlides/notesSlide14.xml" Id="Rb46f1fdbd03544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1cb5ee6abc4bd0" /><Relationship Type="http://schemas.openxmlformats.org/officeDocument/2006/relationships/image" Target="/ppt/media/image.png" Id="R170895c765b944c7" /><Relationship Type="http://schemas.openxmlformats.org/officeDocument/2006/relationships/notesSlide" Target="/ppt/notesSlides/notesSlide15.xml" Id="R461797aaddf1455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5027cc7588449c" /><Relationship Type="http://schemas.openxmlformats.org/officeDocument/2006/relationships/image" Target="/ppt/media/image.png" Id="R605413d73304493b" /><Relationship Type="http://schemas.openxmlformats.org/officeDocument/2006/relationships/notesSlide" Target="/ppt/notesSlides/notesSlide16.xml" Id="Rba491315d68f473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29b88f5ead49ff" /><Relationship Type="http://schemas.openxmlformats.org/officeDocument/2006/relationships/image" Target="/ppt/media/image.png" Id="Rcf6b77a052f74775" /><Relationship Type="http://schemas.openxmlformats.org/officeDocument/2006/relationships/notesSlide" Target="/ppt/notesSlides/notesSlide17.xml" Id="R337403cf8ec24eb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d1e4ce51f84b5f" /><Relationship Type="http://schemas.openxmlformats.org/officeDocument/2006/relationships/image" Target="/ppt/media/image.png" Id="R21f89434e6004cda" /><Relationship Type="http://schemas.openxmlformats.org/officeDocument/2006/relationships/notesSlide" Target="/ppt/notesSlides/notesSlide18.xml" Id="R80f93e2a70c9470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d4e26005054edb" /><Relationship Type="http://schemas.openxmlformats.org/officeDocument/2006/relationships/image" Target="/ppt/media/image.png" Id="Rc24ab9409ae340e1" /><Relationship Type="http://schemas.openxmlformats.org/officeDocument/2006/relationships/notesSlide" Target="/ppt/notesSlides/notesSlide19.xml" Id="Rfde7dcc483094e9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b20a7458034711" /><Relationship Type="http://schemas.openxmlformats.org/officeDocument/2006/relationships/image" Target="/ppt/media/image.png" Id="Ra8b2ed67c62748b5" /><Relationship Type="http://schemas.openxmlformats.org/officeDocument/2006/relationships/notesSlide" Target="/ppt/notesSlides/notesSlide20.xml" Id="Rd838f6168d4e470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b92630ab264905" /><Relationship Type="http://schemas.openxmlformats.org/officeDocument/2006/relationships/image" Target="/ppt/media/image.png" Id="R1521e4367f21403a" /><Relationship Type="http://schemas.openxmlformats.org/officeDocument/2006/relationships/notesSlide" Target="/ppt/notesSlides/notesSlide21.xml" Id="R07d7072546ac439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94446b5c1249a6" /><Relationship Type="http://schemas.openxmlformats.org/officeDocument/2006/relationships/notesSlide" Target="/ppt/notesSlides/notesSlide22.xml" Id="R95d9e63504e6499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19c70dac0f4810" /><Relationship Type="http://schemas.openxmlformats.org/officeDocument/2006/relationships/image" Target="/ppt/media/image.png" Id="R6a78a08c62844830" /><Relationship Type="http://schemas.openxmlformats.org/officeDocument/2006/relationships/notesSlide" Target="/ppt/notesSlides/notesSlide23.xml" Id="R09fb95371a4a40d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1ba93f9eec4061" /><Relationship Type="http://schemas.openxmlformats.org/officeDocument/2006/relationships/image" Target="/ppt/media/image.png" Id="R8a6319bb71514d6d" /><Relationship Type="http://schemas.openxmlformats.org/officeDocument/2006/relationships/notesSlide" Target="/ppt/notesSlides/notesSlide24.xml" Id="R115a9b50ad5f4a7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92fa05e7314628" /><Relationship Type="http://schemas.openxmlformats.org/officeDocument/2006/relationships/image" Target="/ppt/media/image.png" Id="R70bef2a86441428b" /><Relationship Type="http://schemas.openxmlformats.org/officeDocument/2006/relationships/notesSlide" Target="/ppt/notesSlides/notesSlide25.xml" Id="R10d6b9ad8389407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e615e54a5747cb" /><Relationship Type="http://schemas.openxmlformats.org/officeDocument/2006/relationships/image" Target="/ppt/media/image.png" Id="Re2ddf924f23543ae" /><Relationship Type="http://schemas.openxmlformats.org/officeDocument/2006/relationships/notesSlide" Target="/ppt/notesSlides/notesSlide26.xml" Id="R2551cf63d647440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c1501250394bce" /><Relationship Type="http://schemas.openxmlformats.org/officeDocument/2006/relationships/image" Target="/ppt/media/image.png" Id="Rf9f0b07b593d49dc" /><Relationship Type="http://schemas.openxmlformats.org/officeDocument/2006/relationships/notesSlide" Target="/ppt/notesSlides/notesSlide27.xml" Id="R478bf310b3b84ae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430bd3596b4ec8" /><Relationship Type="http://schemas.openxmlformats.org/officeDocument/2006/relationships/image" Target="/ppt/media/image.png" Id="R53d2282a738c4aa5" /><Relationship Type="http://schemas.openxmlformats.org/officeDocument/2006/relationships/notesSlide" Target="/ppt/notesSlides/notesSlide28.xml" Id="R5749db5b9bfd4aa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b79cf3be4f43e7" /><Relationship Type="http://schemas.openxmlformats.org/officeDocument/2006/relationships/image" Target="/ppt/media/image.png" Id="R7db963c71cc24462" /><Relationship Type="http://schemas.openxmlformats.org/officeDocument/2006/relationships/notesSlide" Target="/ppt/notesSlides/notesSlide29.xml" Id="Rc19fa889662340b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0663ab57ad4805" /><Relationship Type="http://schemas.openxmlformats.org/officeDocument/2006/relationships/notesSlide" Target="/ppt/notesSlides/notesSlide30.xml" Id="Ra9e2b837139a4b4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ec9b2bbad74bfb" /><Relationship Type="http://schemas.openxmlformats.org/officeDocument/2006/relationships/image" Target="/ppt/media/image.png" Id="Rf113a6ae03f648cf" /><Relationship Type="http://schemas.openxmlformats.org/officeDocument/2006/relationships/notesSlide" Target="/ppt/notesSlides/notesSlide31.xml" Id="R804348cc6130433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38228ccf4d4667" /><Relationship Type="http://schemas.openxmlformats.org/officeDocument/2006/relationships/image" Target="/ppt/media/image.png" Id="Rfba69ee9ec2040a4" /><Relationship Type="http://schemas.openxmlformats.org/officeDocument/2006/relationships/notesSlide" Target="/ppt/notesSlides/notesSlide32.xml" Id="R7db78b4a4cbe4f5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9f645b957345ab" /><Relationship Type="http://schemas.openxmlformats.org/officeDocument/2006/relationships/image" Target="/ppt/media/image.png" Id="R7c9b4d1fd3404da8" /><Relationship Type="http://schemas.openxmlformats.org/officeDocument/2006/relationships/notesSlide" Target="/ppt/notesSlides/notesSlide33.xml" Id="Rab2538526cc64ac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90447b69db40ee" /><Relationship Type="http://schemas.openxmlformats.org/officeDocument/2006/relationships/image" Target="/ppt/media/image.png" Id="R2ac74bdc23be4421" /><Relationship Type="http://schemas.openxmlformats.org/officeDocument/2006/relationships/notesSlide" Target="/ppt/notesSlides/notesSlide34.xml" Id="R5f87580fec22497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3747f90edd422c" /><Relationship Type="http://schemas.openxmlformats.org/officeDocument/2006/relationships/image" Target="/ppt/media/image.png" Id="R14425f3786244d55" /><Relationship Type="http://schemas.openxmlformats.org/officeDocument/2006/relationships/notesSlide" Target="/ppt/notesSlides/notesSlide35.xml" Id="R15dedfcc81fc418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610a8362534405" /><Relationship Type="http://schemas.openxmlformats.org/officeDocument/2006/relationships/notesSlide" Target="/ppt/notesSlides/notesSlide36.xml" Id="R388ab39cae4c4d1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d087b7b8084ce7" /><Relationship Type="http://schemas.openxmlformats.org/officeDocument/2006/relationships/image" Target="/ppt/media/image.png" Id="R744e38dfe91846c5" /><Relationship Type="http://schemas.openxmlformats.org/officeDocument/2006/relationships/notesSlide" Target="/ppt/notesSlides/notesSlide37.xml" Id="R26734fdd55734c59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fd57944743450c" /><Relationship Type="http://schemas.openxmlformats.org/officeDocument/2006/relationships/image" Target="/ppt/media/image.png" Id="Rb567862a85f44b95" /><Relationship Type="http://schemas.openxmlformats.org/officeDocument/2006/relationships/notesSlide" Target="/ppt/notesSlides/notesSlide38.xml" Id="R69a34ba557d1407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628aeb9523450c" /><Relationship Type="http://schemas.openxmlformats.org/officeDocument/2006/relationships/image" Target="/ppt/media/image.png" Id="R3582d9053b9245d1" /><Relationship Type="http://schemas.openxmlformats.org/officeDocument/2006/relationships/notesSlide" Target="/ppt/notesSlides/notesSlide39.xml" Id="R1decc32cb616492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e41d8178af4a83" /><Relationship Type="http://schemas.openxmlformats.org/officeDocument/2006/relationships/notesSlide" Target="/ppt/notesSlides/notesSlide40.xml" Id="R17242ad8a623453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fb3e5232de45e9" /><Relationship Type="http://schemas.openxmlformats.org/officeDocument/2006/relationships/image" Target="/ppt/media/image.png" Id="R3b334977b1da4600" /><Relationship Type="http://schemas.openxmlformats.org/officeDocument/2006/relationships/notesSlide" Target="/ppt/notesSlides/notesSlide41.xml" Id="Rd5bb0a1d68d3434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f2457014734abf" /><Relationship Type="http://schemas.openxmlformats.org/officeDocument/2006/relationships/image" Target="/ppt/media/image.png" Id="Rce8ae774dbd948d1" /><Relationship Type="http://schemas.openxmlformats.org/officeDocument/2006/relationships/notesSlide" Target="/ppt/notesSlides/notesSlide42.xml" Id="Radb3216755104f6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6fa5e5883c4fc0" /><Relationship Type="http://schemas.openxmlformats.org/officeDocument/2006/relationships/image" Target="/ppt/media/image.png" Id="R06ffe689fa2a4f8a" /><Relationship Type="http://schemas.openxmlformats.org/officeDocument/2006/relationships/notesSlide" Target="/ppt/notesSlides/notesSlide43.xml" Id="R5ae6e234a92945d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de681b05364a80" /><Relationship Type="http://schemas.openxmlformats.org/officeDocument/2006/relationships/image" Target="/ppt/media/image.png" Id="R9da3034a4dcf47a7" /><Relationship Type="http://schemas.openxmlformats.org/officeDocument/2006/relationships/notesSlide" Target="/ppt/notesSlides/notesSlide44.xml" Id="R95739ca5aab041f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09c52dbd0b4ae2" /><Relationship Type="http://schemas.openxmlformats.org/officeDocument/2006/relationships/image" Target="/ppt/media/image.png" Id="Rb6094dc05c0c4445" /><Relationship Type="http://schemas.openxmlformats.org/officeDocument/2006/relationships/notesSlide" Target="/ppt/notesSlides/notesSlide45.xml" Id="Rdecf86d2700a42e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d4fbf3dc3a4272" /><Relationship Type="http://schemas.openxmlformats.org/officeDocument/2006/relationships/notesSlide" Target="/ppt/notesSlides/notesSlide46.xml" Id="Rcee486046de64d53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9cf842d03a4529" /><Relationship Type="http://schemas.openxmlformats.org/officeDocument/2006/relationships/image" Target="/ppt/media/image.png" Id="Rd9117a0add6041b1" /><Relationship Type="http://schemas.openxmlformats.org/officeDocument/2006/relationships/image" Target="/ppt/media/image2.png" Id="Rc7c375328e954974" /><Relationship Type="http://schemas.openxmlformats.org/officeDocument/2006/relationships/notesSlide" Target="/ppt/notesSlides/notesSlide47.xml" Id="R39debfb3662f4d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ae306ecc244e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8BA57AA-58AF-4DFD-89A6-CF0399D3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8B2F94-CFF1-4824-A1F0-0F70CEA9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731000"/>
            <a:ext cx="406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6A86D5-BCCD-4414-AFC0-8C2A72BD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67310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9a90fc36a48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0"/>
            <a:ext cx="5715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975ACC4-622B-4653-ACCF-9FE48224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3A2C2C3-3180-4FBD-A105-4D79E5F5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BIM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AD24A6-4FB0-41E8-B076-C5D78CEF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651000"/>
            <a:ext cx="5588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Curso Especializado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082AB82-8872-4C17-9970-D2A5AD76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68500"/>
            <a:ext cx="5588000" cy="82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0B1220"/>
                </a:solidFill>
                <a:latin typeface="Arial"/>
                <a:ea typeface="Arial"/>
                <a:cs typeface="Arial"/>
              </a:rPr>
              <a:t>Auditoría y Control de Calidad BIM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71C16A0-DEC7-4170-AFDF-2DFF911A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857500"/>
            <a:ext cx="5588000" cy="350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Curso BIM — Sesión 6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9E6496-896A-4BE1-8862-98F49C52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175000"/>
            <a:ext cx="5207000" cy="8321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Diferencias entre modelos, indicadores de cumplimiento, riesgos técnicos, informe de revisión, matriz de observaciones y automatización de auditorías.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5888317-3724-4D3A-8A5F-77C551E4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962400"/>
            <a:ext cx="520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Ing. Manuel Bencomo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4810B61-8FF9-42F4-A993-7F2FC562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A2BCA20-3AE4-4BF0-9134-60BD42E0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CED4DCD-6A17-4981-985D-FA11655D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05EF80B-DA01-4B26-A5FB-6835079A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 / 47</a:t>
            </a:r>
          </a:p>
        </p:txBody>
      </p:sp>
    </p:spTree>
    <p:extLst>
      <p:ext uri="{BB962C8B-B14F-4D97-AF65-F5344CB8AC3E}">
        <p14:creationId xmlns:p14="http://schemas.microsoft.com/office/powerpoint/2010/main" val="16657145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248239169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AE1F47C-ED99-4DF5-9020-29EBB9D5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02BC459-7581-47C5-92E3-9F49F176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4CAFFD8-3D9C-4593-8ACD-A2B1F0DD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13792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Agenda de la sesión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F02F678-996B-4CD1-B314-5C838637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0320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4DCB44-536D-4F7E-BA66-576C6F0C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0320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Marco normativo: ISO 19650 y Plan BIM Perú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A6711CD-1891-4D30-B2AE-8ECD2627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3114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99DD68A-54C6-48CF-BF18-606915F3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4638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850BADE-1235-48EC-8EC2-37709CE3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4638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Diferencias entre modelos BIM (Diseño / Construcción / O&amp;M)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F83DFCB-64EE-4011-A4A7-C93BCEB1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7432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C5E1EA-384F-4BE5-A65C-FD886138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8956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47DBDE-9EA8-4524-ADF8-8F136CCC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8956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Indicadores BIM de cumplimiento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B218A9C-5EA7-4A51-A197-8BD84953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1750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82E4311-78D4-4196-A05E-745F1DD4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3274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08DE4-EE62-467A-9440-BE9043FB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3274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Identificación de riesgos técnicos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AA7A26C-AA99-481B-BD55-E8D0FD2B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068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ACD3031-3C1C-4551-B297-569CCC74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7592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DE505C8-D74E-4C1A-91F9-C226CD89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7592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607183A-B3CB-4D5F-9A71-8F36A123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0386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FA3A23A-6E6B-4462-A0F5-3AE93548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1910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4A9E2E9-3DD2-481A-9DF3-02CA8796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41910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Automatización de auditorías BIM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77DB764-2E05-4A56-ACD9-F1834FE7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4704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965C474-9AF8-4B4F-9DD2-57292721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9844AE1E-F3EA-4FA1-B8D8-6992AB7C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1670C5B0-269C-4BE2-93A2-9E6C4DFB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7DD66647-6330-4585-BD79-D45C814F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 / 47</a:t>
            </a:r>
          </a:p>
        </p:txBody>
      </p:sp>
    </p:spTree>
    <p:extLst>
      <p:ext uri="{BB962C8B-B14F-4D97-AF65-F5344CB8AC3E}">
        <p14:creationId xmlns:p14="http://schemas.microsoft.com/office/powerpoint/2010/main" val="8809952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BEC1D31-2FDC-489E-B4AE-23A38329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3FC37C-9F8E-4AA1-B2CD-ABCAA1F7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C42002B-B6E0-453C-AB3C-AC21E3AB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Contexto y 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CB18E78-8007-45B6-BEAF-B5E78AE6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Por qué auditar y controlar la calidad de los modelos BIM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B0B65F-B8B9-44C6-A069-81567BB3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7592150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7fe78c9f347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30774D3-F31C-45D4-B709-3CC04CA3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5A9403-1408-4B4A-A1C2-C0589DED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18EB873-7000-4EED-8D6F-1605C565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Por qué controlar la calidad en BIM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BD1183-88FD-47DE-98C4-9167AF0E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modelo con errores se propaga a presupuestos, cronogramas y obra: el costo de corregir crece cada fase.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auditoría convierte el control de calidad de un juicio subjetivo en un proceso repetible y medible.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control de calidad no es solo geometría: incluye la información asociada al elemento (LOI) y su trazabilidad.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buen control de calidad reduce RFI, interferencias en obra y sobrecostos.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4CB4CF9-EF12-4D60-AAFC-7F95308A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6ED423C-AE83-4440-8D0F-33F8559F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F0F4E8A-948F-48EF-9E7A-337CAD7E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4D91225-F7DD-47D3-95B5-5B68C717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 / 47</a:t>
            </a:r>
          </a:p>
        </p:txBody>
      </p:sp>
    </p:spTree>
    <p:extLst>
      <p:ext uri="{BB962C8B-B14F-4D97-AF65-F5344CB8AC3E}">
        <p14:creationId xmlns:p14="http://schemas.microsoft.com/office/powerpoint/2010/main" val="99239072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e705cffd054c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EDB78F2-C001-4661-BCD3-311B60FA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849DC1B-1B25-43AE-A305-E40F4432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4CFEA9E-2608-49D7-8F4E-05B4AAE5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ISO 19650: estructura general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11DCCF-EE17-44D6-8B14-21094B19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Familia de normas internacionales para la gestión de la información con metodología BIM a lo largo del ciclo de vida del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Sustituye y ordena prácticas previas (BS 1192, PAS 1192) bajo un estándar único, adoptable por cualquier país u organización.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Distingue dos macro-fases: la fase de desarrollo (diseño y construcción) y la fase de operación del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Introduce el Entorno Común de Datos (CDE) como espacio único de gestión de la información del proyecto.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894C116-C584-4F2B-AC58-6DA748C4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5F8E8ED-CC3F-4582-BA49-9E14C878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A512614-9391-4DEB-99B4-F5BD041A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1354291-6FFF-4BEF-BAAE-AF87F194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 / 47</a:t>
            </a:r>
          </a:p>
        </p:txBody>
      </p:sp>
    </p:spTree>
    <p:extLst>
      <p:ext uri="{BB962C8B-B14F-4D97-AF65-F5344CB8AC3E}">
        <p14:creationId xmlns:p14="http://schemas.microsoft.com/office/powerpoint/2010/main" val="1338900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a5c4e3342a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25602B-6536-4464-882A-E14B2FFB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5099256-9219-44D8-A713-EE528E67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AA4B9C8-7DBD-44D2-A946-C5EAAF94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Las cinco partes de ISO 19650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Contenido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Conceptos y principios generales de la gestión de información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19650-2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Procesos durante la fase de desarrollo del activo (diseño y construcción)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Gestión de la información en la fase operativa del activo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19650-4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Intercambio de información en entornos BIM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Enfoque de seguridad para la gestión de la información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965813B-8EC8-4A26-B8E3-9534F3BF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8E593AB-74C8-4E5A-96CB-DDA514DF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12E8389-F62B-44BD-B7C5-04DDD6D2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2A21B0E-E7E3-488D-9F9F-EC1196A2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 / 47</a:t>
            </a:r>
          </a:p>
        </p:txBody>
      </p:sp>
    </p:spTree>
    <p:extLst>
      <p:ext uri="{BB962C8B-B14F-4D97-AF65-F5344CB8AC3E}">
        <p14:creationId xmlns:p14="http://schemas.microsoft.com/office/powerpoint/2010/main" val="5879557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fdc8a5c3541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2650306-08E8-4C66-895F-25DA9EAE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5A4FF6-9ABE-47D3-8BD7-8FCB808F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2851513-0A08-4F32-BB3F-CA6E8AA7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60500"/>
            <a:ext cx="113792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Estados del Entorno Común de Datos (CDE)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16A0025-1A49-47FC-A902-24D7554E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FA4829-F4E3-45F6-888E-0BE33C06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Trabajo en curso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ED51C64-9F43-4BD7-AEFE-791024EB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Documentos internos, sin aprobar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AB56B7-C420-4446-8BA1-80883AEB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289F339-E83C-474B-9248-6D3938A9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B256AB-6869-40A0-8E68-369FEB3E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Compartido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BFB9863-416E-4119-9CB5-CC863923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Información revisada y accesible al equipo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A1CC234-71B1-4467-B39B-DFB91B08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2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AA32D99-C58A-464C-8C5C-A684DFD4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38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9A6F5AA-C5E2-46D5-A7C7-8A577F5E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Publicado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7AF79AF-E14C-41D2-B765-CFF1001D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Información autorizada para uso activo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88B0F5F-4FDE-4BB5-B1DE-722CBDCE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9A4C6A1-B53E-46C5-AA2E-D9327139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CBCDDB8-924E-4BE6-8412-BD1EF746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Archivado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7B262E9-C2CD-40CC-930F-624DEC42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848100"/>
            <a:ext cx="215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Registro final del proyecto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C45C18B-AE1E-41CA-AA22-BE6CAF6D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C425C717-246D-4862-8D68-CC2A00EF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032E518-F43E-46AB-925A-8F5DBF64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D191BDF-C28F-4AAA-88D7-FB3769F6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 / 47</a:t>
            </a:r>
          </a:p>
        </p:txBody>
      </p:sp>
    </p:spTree>
    <p:extLst>
      <p:ext uri="{BB962C8B-B14F-4D97-AF65-F5344CB8AC3E}">
        <p14:creationId xmlns:p14="http://schemas.microsoft.com/office/powerpoint/2010/main" val="83036573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47078571347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DEED4D-10F1-4286-A5BC-5602B9B3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BEE53CA-223B-4FE6-9286-88E092D5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DA25C46-B86B-41D9-9FA4-6ADB9CA6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y BEP: quién exige, quién entrega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C722CFA-52F0-48BE-B341-8B76CA61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4786A0-FF41-457D-B6FE-60CB40BB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9C9006A-E566-4159-9683-903BC7F9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— Exchange Information Requirements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104AEB-0FA9-42A6-8806-09F1964C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Los define el cliente/promotor.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Especifican qué información necesita recibir.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Son la referencia contra la que se audita el cumplimiento.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9DF24BF-4222-428F-A8DA-EF02AA3A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E153DE-4212-4969-80A7-37D59FD7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2D1A24-693E-4479-875A-6175DC2A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BEP — BIM Execution Plan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35FEC6D-AA1A-4719-80DA-F8766372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 elabora el equipo del proyecto.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Detalla cómo se gestionará y entregará esa información.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Incluye LOD/LOI objetivo, roles y flujo de revisión.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631BB45-0BCE-4EB1-AB48-6CCCA546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A981D05-CC0D-4318-BF87-B6FA0282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67BADA4-03C7-4883-9995-08EA9434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91D3627-9ED3-4E60-9271-7756073E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 / 47</a:t>
            </a:r>
          </a:p>
        </p:txBody>
      </p:sp>
    </p:spTree>
    <p:extLst>
      <p:ext uri="{BB962C8B-B14F-4D97-AF65-F5344CB8AC3E}">
        <p14:creationId xmlns:p14="http://schemas.microsoft.com/office/powerpoint/2010/main" val="197580027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34c2a960841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E9EB7A-403B-4047-B8F6-8F9873C9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9A42260-0452-445C-AF21-6EE42DD2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 NACIONAL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44C81A3-1AB7-41EB-B689-806D07ED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Plan BIM Perú: el marco local sobre ISO 19650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4AF22D2-F9AF-4179-9DD5-A772F8E1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5264BA3-65FA-46F3-B99C-92C2DD6B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E35EEE2-57D2-40A3-89C5-06FEB3B7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Base normativa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480D4DF-545E-4FAA-BE2E-B9862963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DS N.° 237-2019-EF aprueba el Plan Nacional de Competitividad y Productividad, con la Medida de Política 1.2: adopción progresiva de BIM.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DS N.° 289-2019-EF aprueba disposiciones específicas para incorporar BIM en la inversión pública, modificado por el DS N.° 108-2021-EF.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4103D25-6E77-4372-8927-B6A3C346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415B924-16FA-4D56-8C10-EB5052DD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B2C41B6-3A88-409B-BD99-0BA28E5C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Gobernanza y alcance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AE5BB4B-7A3B-4BD8-866E-FF770BF5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 lidera el MEF a través de la PMO BIM Perú (Dirección General de Programación Multianual de Inversiones).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Aplica a entidades de los tres niveles de gobierno sujetas al Sistema Invierte.pe.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4 líneas estratégicas: liderazgo público, marco colaborativo, fortalecimiento de capacidades, difusión de la visión.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BEE48C9-4A0D-426E-B11B-41A16012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09A905C-9F6D-4C6D-ABA5-E38DA4AF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629423-D9AD-431A-8D93-4664FA74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88D2B46-24B4-4D89-BCC3-4226CD24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 / 47</a:t>
            </a:r>
          </a:p>
        </p:txBody>
      </p:sp>
    </p:spTree>
    <p:extLst>
      <p:ext uri="{BB962C8B-B14F-4D97-AF65-F5344CB8AC3E}">
        <p14:creationId xmlns:p14="http://schemas.microsoft.com/office/powerpoint/2010/main" val="160598277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7174c87da44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9813184-AEC0-4D28-9359-B50E2A11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50FC28-6FB3-4068-A9B7-76578198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 NACIONAL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D9E5F2A-5AE4-4230-8DCA-EE9C8C02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Hoja de ruta del Plan BIM Perú (Plan Nacional de Competitividad y Productividad 2024-2030)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171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796544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Horizonte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Meta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julio 2025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BIM aplicado en proyectos de gobierno nacional y regional; marco normativo aprobado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julio 2030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BIM obligatorio en gobierno nacional y regional; implementación en gobierno local; plataforma tecnológica operativa; currícula BIM en educación superior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375D240-F822-4E28-82AC-A4E57D1D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5D8CB23-823E-41F8-A1B3-3556DC8C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713C8A-7E23-410B-8B31-8AE97111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867A0B5-20B2-407B-9712-A6EA9367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 / 47</a:t>
            </a:r>
          </a:p>
        </p:txBody>
      </p:sp>
    </p:spTree>
    <p:extLst>
      <p:ext uri="{BB962C8B-B14F-4D97-AF65-F5344CB8AC3E}">
        <p14:creationId xmlns:p14="http://schemas.microsoft.com/office/powerpoint/2010/main" val="158073213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7e710f9f0a41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E706CE0-DD27-459B-90CF-A7862832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B60F68-A02E-426A-B36B-04D91A64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82F4E2C-E9E5-405D-A127-7B8B9F8A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y BEP para un sistema de drenaje pluvial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131B8A7-7187-4BB9-AD57-3E200939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cliente (EIR) exige el modelo con pendientes de tubería, diámetros, cotas de invert y capacidad hidráulica verificable.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BEP del proyecto fija LOD 300 para el diseño conceptual y LOD 350-400 para la red antes de construcción.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Si el proyecto es una inversión pública sujeta a Invierte.pe, el Plan BIM Perú exige este mismo par EIR/BEP.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52BE485-AB0F-401F-98FA-E8B9313B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096000"/>
            <a:ext cx="11379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Ejemplo transversal de la sesión: sistema de drenaje pluvial.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FCC883B-7B70-47CE-B4E6-FB71B60C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7C21C71-FCB6-478E-8F44-4D4241AF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1E5EE30-F231-4BF2-83B3-1276401A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1D2AF1D-431A-49B9-8302-DEF693DA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 / 47</a:t>
            </a:r>
          </a:p>
        </p:txBody>
      </p:sp>
    </p:spTree>
    <p:extLst>
      <p:ext uri="{BB962C8B-B14F-4D97-AF65-F5344CB8AC3E}">
        <p14:creationId xmlns:p14="http://schemas.microsoft.com/office/powerpoint/2010/main" val="19377717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343155E-D690-4A8A-8EE9-D0AAC7D8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17FDDFF-6BDB-47B1-9EDA-76B84133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470779-7BE6-4F66-BD71-98204B1A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Diferencias entre modelos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AD75CE6-8428-4BBA-A0FC-5BB92E30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Diseño, Construcción y Operación &amp; Mantenimiento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1C51211-D980-4F35-B0EA-453FFCC2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88173382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fd7fe0b5dd4a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8FFBD0D-A340-4BAD-BBFB-E51D225D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29DCFE-6E23-4CAD-B991-A967FE9F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CONCEPTOS CLAVE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DD9E825-C365-488D-8DE5-4D4F2F96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LOD, LOI y LOIN: tres preguntas distintas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A1AA9A8-EA14-4667-87C0-F7863CB4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5096008-62D7-46EB-ADA4-D1A8D044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994378-0969-49BE-8E26-9F57598D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 — Level of Development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7C12EB2-ED12-44A5-8E76-C453F8D6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Nivel de desarrollo geométrico.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 representación conceptual a definición constructiva precisa.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5243B5-1DF7-4039-AC0B-F86F9329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90A1752-C68B-45E2-BC7B-93FA90BD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D73E23-1A41-40CD-9F5C-2F8695DC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LOI — Level of Information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298CC6E-79BE-4DB3-BA48-E4E12F95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Información no geométrica del elemento.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Materiales, costos, propiedades técnicas, datos de mantenimiento.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BA24F5A-AD70-4C45-B1CA-6812604F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7B66E5F-B1F0-48AF-85C2-FEE7E25E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39D52E7-2BCA-4E33-93CC-09BB1B63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LOIN — Level of Information Need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E728214-3548-4588-8E8C-965AF801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Estándar ISO 19650.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Pregunta qué información es realmente necesaria, no solo cuánta.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D50A336-2862-4012-990A-C6BDDB9D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D786EDE-AF17-471B-AF7D-98B119F7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BF576BC-34C2-4175-BADE-B85C7AFC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98E6116-1E3D-43C8-B96E-C31C7CB8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 / 47</a:t>
            </a:r>
          </a:p>
        </p:txBody>
      </p:sp>
    </p:spTree>
    <p:extLst>
      <p:ext uri="{BB962C8B-B14F-4D97-AF65-F5344CB8AC3E}">
        <p14:creationId xmlns:p14="http://schemas.microsoft.com/office/powerpoint/2010/main" val="61131602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8440f85c947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83456A-3D36-4B7D-993E-AD39A34E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47C516E-EECE-4622-8343-FD1262E5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CONCEPTOS CLAVE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6C13D1F-10A4-46B3-B8BD-964DB343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 vs. LOI vs. LOIN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840"/>
                <a:gridCol w="455168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Concepto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Pregunta que responde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Precisión geométrica del elemento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¿Qué tan detallada es la forma?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LOI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Datos no geométricos asociados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¿Qué información lleva el elemento?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Necesidad real de información (ISO 19650)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¿Para qué se necesita esa información?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F1A35B0-9DC3-43DE-B261-37E8D119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8621F96-986C-4330-B80A-5E97F262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4F8F67-DDA6-416A-B4EF-EF3C3CB0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E36E416-42FF-41CA-BB94-B62F8E5A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 / 47</a:t>
            </a:r>
          </a:p>
        </p:txBody>
      </p:sp>
    </p:spTree>
    <p:extLst>
      <p:ext uri="{BB962C8B-B14F-4D97-AF65-F5344CB8AC3E}">
        <p14:creationId xmlns:p14="http://schemas.microsoft.com/office/powerpoint/2010/main" val="71272818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895c765b944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3F265D5-F495-4251-B55C-49AE4681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C6BD4AC-0662-471B-9B19-5B2FAE6C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ABBE41-E353-4F15-A971-4315738C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Diseño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CBF326-8F18-402A-A28C-4FA48DFD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LOD bajo en etapas tempranas, creciendo hacia definiciones constructivas.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Prioriza coordinación espacial, toma de decisiones y cumplimiento normativo.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información es conceptual y evoluciona con cada hito de diseño.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Público: arquitectos, ingenieros de diseño, cliente.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6547FB7-A1F8-4584-B526-4F3D7063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236ED15-03AD-4D55-9455-7444E83F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E5D929-5A13-43F1-A0B5-0D387F4B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28D4A93-CFD1-40E9-93FE-2AEB8870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 / 47</a:t>
            </a:r>
          </a:p>
        </p:txBody>
      </p:sp>
    </p:spTree>
    <p:extLst>
      <p:ext uri="{BB962C8B-B14F-4D97-AF65-F5344CB8AC3E}">
        <p14:creationId xmlns:p14="http://schemas.microsoft.com/office/powerpoint/2010/main" val="171410759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413d7330449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1ADB7D-7C05-4226-B118-6D13406E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05A13E0-47DB-46C1-B616-AB4D58DD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006EF95-6F0A-488D-9F9B-8049D79A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Construcción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83B306-2752-44CB-B2C4-14959C40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LOD y LOI altos: geometría precisa apta para fabricación e instalación (LOD 350-400).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Incorpora secuenciación constructiva, cantidades y especificaciones.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Coordinación multidisciplinaria activa: detección de interferencias (clash detection).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Público: contratistas y subcontratistas que ejecutan la obra.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F419FC-C401-447F-9F5E-9FE4D48A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80D3EEF-2DFB-4E46-9025-7D829747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3F7AD8D-03E2-4FF5-A087-B127D429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33B31FF-FFB1-4180-9B63-8ABA8640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16 / 47</a:t>
            </a:r>
          </a:p>
        </p:txBody>
      </p:sp>
    </p:spTree>
    <p:extLst>
      <p:ext uri="{BB962C8B-B14F-4D97-AF65-F5344CB8AC3E}">
        <p14:creationId xmlns:p14="http://schemas.microsoft.com/office/powerpoint/2010/main" val="190138361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b77a052f747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440EA2D-0CB9-4769-AEBB-2930085F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B2843B0-385A-4916-B308-77309C8F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ED4E826-0914-48EC-BA79-D000C1E9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Operación y Mantenimiento (O&amp;M)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5C9BF6-AA90-4AF9-B5A6-2799D704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No hereda todo el modelo de construcción: contiene solo lo necesario para operar y mantener 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Incluye garantías, manuales, ciclos de mantenimiento, proveedores y códigos de clasificación.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público cambia: de diseñadores/constructores a gestores de instalaciones (facility management).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rige por ISO 19650-3, dedicada específicamente a la fase operativa.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A112BCD-337B-481A-88EE-2B1E153D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368D776-828F-489D-90D3-A700990D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30EA0B0-0A03-4FA8-B8F8-A264A57A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9FD34CE-ADC2-4C7B-8695-1ED68A12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 / 47</a:t>
            </a:r>
          </a:p>
        </p:txBody>
      </p:sp>
    </p:spTree>
    <p:extLst>
      <p:ext uri="{BB962C8B-B14F-4D97-AF65-F5344CB8AC3E}">
        <p14:creationId xmlns:p14="http://schemas.microsoft.com/office/powerpoint/2010/main" val="48518055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89434e6004c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D03F895-98CE-4E0C-A48D-A43DEB38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F81688D-64BD-40C4-92E7-099B1C99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EL PUENTE ENTRE FASES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DAD5DA9-1F18-429E-9B39-EB4E06AD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COBie: Construction Operations Building Information Exchange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BB9951-689F-49A8-B2C3-1E619399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7146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Estándar abierto que estructura los datos del activo en una hoja de cálculo (.xlsx) interoperable.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puebla durante diseño y construcción: espacios, equipos, sistemas y componentes.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transfiere a sistemas GMAO/CMMS que usan los equipos de mantenimiento.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Automatizable: extensiones como "Autodesk COBie Extension" generan la hoja directamente desde el modelo.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1E72EA-A3A4-4D59-B0E5-20642E39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24BA304-9F7D-43D4-A88F-D94C3678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A8ED62-0B85-49A5-9693-520D4309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F29BF1-D8B1-44DC-ABB5-3DC2AFC9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 / 47</a:t>
            </a:r>
          </a:p>
        </p:txBody>
      </p:sp>
    </p:spTree>
    <p:extLst>
      <p:ext uri="{BB962C8B-B14F-4D97-AF65-F5344CB8AC3E}">
        <p14:creationId xmlns:p14="http://schemas.microsoft.com/office/powerpoint/2010/main" val="130321695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ab9409ae340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C2CC02E-8FF0-45B4-8A01-C9251548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47FED62-05C8-4129-B29C-457BDD2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EL CICLO DEL ACTIVO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206BB5D-ABB2-4454-BEFE-D91A46DC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60500"/>
            <a:ext cx="113792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Del modelo de Diseño al modelo de O&amp;M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C395C6-3D0A-4E6B-BEC7-E7618B18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47C8A3-740E-4721-8C45-BC3F62EB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B174371-1536-40B4-910F-E7DE733A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LOD bajo-medio · geometría conceptual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381012-B5FC-4D4F-961C-E678F03C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F0E3221-39F5-4BEA-9998-AB4E3C5A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9933848-6C48-4855-8F6A-BD8D4F5C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Construcción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FBFDD87-1C65-4F77-B20E-7C3B4315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LOD 350-400 · coordinación y cantidades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001FD6B-77D0-4417-8C20-32624D51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2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08DA77-DFB0-413A-A35B-CA6BE082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38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D78DED4-8E09-4922-AC7F-792EA6BD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Traspaso COBie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72657C-E9C3-4869-A340-32405949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Extracción de datos de activo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39B7423-405C-4D1E-A332-7A07F343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0E46D30-5032-45FC-82B1-32083492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9A6DAB0-2C50-44DE-8275-DD323B51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4925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Operación y Mantenimiento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E916E6C-E5A7-46B8-9B3F-0A94170E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10025"/>
            <a:ext cx="215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872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LOI alto · datos de mantenimiento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EA44E3-7857-4A26-9D18-93DF49FB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619AE2A-8B88-4DC3-8AAC-875E915B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CC3841-4478-4319-8340-79BA1D9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4278C1C-4CA8-48E1-87A6-39990745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 / 47</a:t>
            </a:r>
          </a:p>
        </p:txBody>
      </p:sp>
    </p:spTree>
    <p:extLst>
      <p:ext uri="{BB962C8B-B14F-4D97-AF65-F5344CB8AC3E}">
        <p14:creationId xmlns:p14="http://schemas.microsoft.com/office/powerpoint/2010/main" val="146699239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2ed67c62748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53215BA-E24A-4070-A66D-B9D8ADF7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36D403F-7E1F-45D0-811F-B221FF53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SÍNTESIS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69615E2-B9B3-4EA8-856C-768590D0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Resumen comparativo de los tres modelos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3424"/>
                <a:gridCol w="2958592"/>
                <a:gridCol w="2958592"/>
                <a:gridCol w="2958592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Nivel de detalle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objetivo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Propósito principal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bajo → medio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Diseñadores, cliente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Decisiones y cumplimiento normativo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Construcción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350-400, LOI alto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Contratistas, subcontratistas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Coordinación, fabricación e instalación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Operación y Mantenimiento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moderado, LOI muy alto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Gestores de instalaciones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Operar y mantener el activo (COBie)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9668AEA-B891-48E6-9C1B-A8E45329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F53ECCD-5ACB-46F5-8513-1E1FD7D9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5CB3A9-A2BB-4BA4-9E4F-5AC05A92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2BE43E6-E460-448A-8CE1-51BBBACD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 / 47</a:t>
            </a:r>
          </a:p>
        </p:txBody>
      </p:sp>
    </p:spTree>
    <p:extLst>
      <p:ext uri="{BB962C8B-B14F-4D97-AF65-F5344CB8AC3E}">
        <p14:creationId xmlns:p14="http://schemas.microsoft.com/office/powerpoint/2010/main" val="213912852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1e4367f2140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35CC269-ABC1-40B5-A265-36CB5B8C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5682014-4BFC-4D73-9B13-3BC6AD2A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BC78F24-DFA6-48E4-934A-F1E45385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El mismo sistema de drenaje, tres modelos distintos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592"/>
                <a:gridCol w="8420608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contiene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Trazado conceptual de tuberías, pendientes preliminares, puntos de descarga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Construcción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Diámetros y materiales definitivos, cotas de invert, cajas de registro, LOD 350-400, coordinación con cimentación y otras redes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Operación y Mantenimiento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Datos COBie: frecuencia de limpieza, vida útil de tuberías, proveedor de mantenimiento, planos as-built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7ECA60D-EE44-4692-8FDF-62CF1FE0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49486BE-A930-405B-954C-17D490EC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9BF1BCB-32C4-4E9D-AC7B-ED9672FB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0E30FCC-4A05-4FB7-867A-9194F7AC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 / 47</a:t>
            </a:r>
          </a:p>
        </p:txBody>
      </p:sp>
    </p:spTree>
    <p:extLst>
      <p:ext uri="{BB962C8B-B14F-4D97-AF65-F5344CB8AC3E}">
        <p14:creationId xmlns:p14="http://schemas.microsoft.com/office/powerpoint/2010/main" val="90187628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FC93508-AB7B-4751-882D-961A71A6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7E821D9-1010-4AE2-91C8-76FBB7BD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3086CFD-6A10-4422-83E7-6BE70358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Indicadores BIM de cumplimiento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AA08D7C-602F-45AF-89B4-DEACC0DC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Cómo medir el desempeño de la implementación BIM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D203CB7-B022-49BD-9927-9452D4E4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33281528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8a08c6284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EF3A71-1F7A-41CA-8465-3DE42F88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7BAED90-3994-402A-9ED0-11048CAA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8BF4FC6-FFDB-4293-8D84-201CCF1E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son los indicadores clave de desempeño (KPI)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F486FA-4403-4BFC-A657-40D7441A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Miden tiempo, costo y alcance de las acciones tomadas en torno a la metodología BIM.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Cada organización se mide contra su propia línea base, no contra un estándar externo fijo.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aplican bajo el ciclo de mejora continua Deming: Planear → Hacer → Revisar → Actuar.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Referencia ampliamente citada: propuesta de 14 KPI en 4 grupos (BIM Forum Colombia / CAMACOL).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B85C264-C0E4-4943-9FC6-687EC5BD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2A48235-D0F8-4925-A237-04DD8CD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3E2EFB2-7972-45F1-BCA1-DC135E86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AEA9FC4-DEF1-4C1C-9840-F1F95869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 / 47</a:t>
            </a:r>
          </a:p>
        </p:txBody>
      </p:sp>
    </p:spTree>
    <p:extLst>
      <p:ext uri="{BB962C8B-B14F-4D97-AF65-F5344CB8AC3E}">
        <p14:creationId xmlns:p14="http://schemas.microsoft.com/office/powerpoint/2010/main" val="187159489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319bb71514d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E491A9D-B522-4A3B-963A-96051AB9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0743144-8484-4A4D-92D0-EB784FC5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FF0FF26-39BD-47F9-AEA7-34069B11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Conceptualización, prefactibilidad y diseño esquemático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de tiempo en definición de alternativas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tiempos de 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presupuesto factibilidad vs.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Precisión presupuestaria temprana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generación del presupuesto preliminar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Velocidad de presupuestación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9835C8-B944-4E0D-9390-5696CFC1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30DFD89-60BA-4099-A71A-543EC3A9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1EB28DF-A36F-49DF-8A0F-AFAD59A7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A1E7BD7-D734-44A8-8527-6B470730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 / 47</a:t>
            </a:r>
          </a:p>
        </p:txBody>
      </p:sp>
    </p:spTree>
    <p:extLst>
      <p:ext uri="{BB962C8B-B14F-4D97-AF65-F5344CB8AC3E}">
        <p14:creationId xmlns:p14="http://schemas.microsoft.com/office/powerpoint/2010/main" val="186109853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ef2a8644142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AB2AF79-0BCF-4FDE-9C85-40F8F797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B6ADDBE-C912-4245-8059-F620891C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49FB312-66AD-4190-8B13-F3013D00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Anteproyecto y documentación para construcción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857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Disminución de solicitudes de cambio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inconsistencias de 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Reducción de RFI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Mejorar claridad de coordinación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presupuestación (normalizado por m²)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Acelerar cuantificación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presupuesto anteproyecto vs.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Precisar estimaciones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3C6509B-ACEF-4364-B492-EB41A5EE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DCEB169-03A6-4DC6-8091-E3A2E8FB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7AAA57-9B27-4492-A22B-1050B4E7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F2FB8F0-F5AD-4259-A912-04792330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47</a:t>
            </a:r>
          </a:p>
        </p:txBody>
      </p:sp>
    </p:spTree>
    <p:extLst>
      <p:ext uri="{BB962C8B-B14F-4D97-AF65-F5344CB8AC3E}">
        <p14:creationId xmlns:p14="http://schemas.microsoft.com/office/powerpoint/2010/main" val="173075834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df924f23543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87DEF1-0707-46D5-9313-EDEE045A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AF2DBF-FE16-4186-91AA-10BCF55A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2DB01A6-4D42-4CC6-B723-2617AE26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Pre-construcción y compras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857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Variabilidad cantidades teóricas vs. reales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Optimizar gestión de materiales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cálculo de cantidades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Cumplir cronograma de compras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Actividades no programadas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Optimizar cronograma de obra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generación de cronogramas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Acelerar programación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F70913F-F0C7-4BE4-B9BF-BD651054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49CAFC0-C647-4C40-B239-242006DB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6E991C-EE42-492F-BF35-CEC9DE7C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36CC166-DA18-4FAC-AF4E-4A3CC10A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 / 47</a:t>
            </a:r>
          </a:p>
        </p:txBody>
      </p:sp>
    </p:spTree>
    <p:extLst>
      <p:ext uri="{BB962C8B-B14F-4D97-AF65-F5344CB8AC3E}">
        <p14:creationId xmlns:p14="http://schemas.microsoft.com/office/powerpoint/2010/main" val="185048724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0b07b593d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3E0FD5C-650A-41BF-9D85-4E993C42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0024F65-C011-4531-9CC8-8C9C53BB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858FB0-77DC-473E-9856-7FAFD833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Construcción / ejecución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Interferencias en obra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conflictos constructivos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de RFI durante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Contar con información clara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Cambios de programación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Hacer seguimiento efectivo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078939-35D6-4211-8058-9AAA15A3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C6CA73A-FEE1-4F0D-AC8F-B28126BA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708F36-BC2B-48B9-820C-C2588E28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B819FE2-966C-42D3-B641-978544AF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 / 47</a:t>
            </a:r>
          </a:p>
        </p:txBody>
      </p:sp>
    </p:spTree>
    <p:extLst>
      <p:ext uri="{BB962C8B-B14F-4D97-AF65-F5344CB8AC3E}">
        <p14:creationId xmlns:p14="http://schemas.microsoft.com/office/powerpoint/2010/main" val="33449144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2282a738c4a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9004289-7B4E-4713-8648-E5AAFED8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1D9F96A-86A1-46D7-A45C-AA3DB7F8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CUMPLIMIENTO DEL MODELO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EFCA80B-7F4A-4AB0-9530-C10882F6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Indicadores de cumplimiento a nivel de modelo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CEC304-C393-49F5-A440-14F756C6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elementos con LOD/LOI conforme al BEP acordado.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parámetros obligatorios completos por disciplina.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N.º de advertencias críticas (duplicados, geometría) por entrega.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interferencias resueltas frente a las detectadas.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Estos indicadores se contrastan directamente contra los EIR definidos por el cliente.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C2541E6-C675-4BF4-A2F8-D8409DCE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1288AC0-D208-41E7-A916-E264759F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9311551-611B-4487-9642-F9ACD3EB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33C18EB-9E23-4FBD-B793-C0E54202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 / 47</a:t>
            </a:r>
          </a:p>
        </p:txBody>
      </p:sp>
    </p:spTree>
    <p:extLst>
      <p:ext uri="{BB962C8B-B14F-4D97-AF65-F5344CB8AC3E}">
        <p14:creationId xmlns:p14="http://schemas.microsoft.com/office/powerpoint/2010/main" val="150867283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963c71cc244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2D03E54-3094-4CF0-838B-1C472B2E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C1C678F-D758-4D7B-97B3-A4186FDA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6326868-C974-4CB2-A8E9-30C3799D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KPI sobre la red de drenaje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48F73E-B50E-4545-8E97-F8978E23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Variación de cantidades teóricas vs. reales de tubería instalada (metros lineales).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N.º de interferencias en obra entre la red de drenaje y las redes eléctrica y de agua potable.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RFI generados por pendientes insuficientes detectadas ya en construcción.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890A15A-A344-485D-AB9A-41A38678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605696F-8C3F-46AC-8A90-469417E6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443E15-BCD9-4184-8502-FBC475C6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CB0261-8DFC-4433-839A-110C9383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 / 47</a:t>
            </a:r>
          </a:p>
        </p:txBody>
      </p:sp>
    </p:spTree>
    <p:extLst>
      <p:ext uri="{BB962C8B-B14F-4D97-AF65-F5344CB8AC3E}">
        <p14:creationId xmlns:p14="http://schemas.microsoft.com/office/powerpoint/2010/main" val="49251038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54538D-B501-4246-BC77-26853E10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42ABE5-6ECD-42B4-BDA7-320FFD1F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F2B1F2E-0C2D-479E-8955-50119B67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Identificación de riesgos técnicos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BE62186-84C8-4A47-A741-46F97FE6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De la detección reactiva a la prevención en el modelo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0CAF4B-58D4-4A10-AF6C-59D61ACA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444438052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3a6ae03f648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CF1A9F-6217-467A-9729-7D120421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3565CC0-C40A-4550-AE16-CE10ECF2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RIESGOS TÉCNICOS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E0E32A2-6D47-49A8-9111-11B3D5A9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son los riesgos técnicos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AA44EE-769D-4ADD-8C32-57FCD0AC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Implican fallos en el diseño o en la tecnología utilizada: errores de modelado, incompatibilidades entre disciplinas, datos incompletos.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También incluyen fallas de interoperabilidad de software entre las herramientas del equipo.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responsabilidad de gestionarlos recae principalmente en los consultores/proyectistas de cada especialidad.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BIM Manager coordina la trazabilidad de estos riesgos entre disciplinas.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987C3F6-0FD8-42A9-AC5E-64960A4E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832ABB1-DA7F-4D24-B49C-6E9037E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8444F6-3F53-4C94-8F85-7FC605EB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641345-DE91-4E34-A1BA-23AE1F9B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 / 47</a:t>
            </a:r>
          </a:p>
        </p:txBody>
      </p:sp>
    </p:spTree>
    <p:extLst>
      <p:ext uri="{BB962C8B-B14F-4D97-AF65-F5344CB8AC3E}">
        <p14:creationId xmlns:p14="http://schemas.microsoft.com/office/powerpoint/2010/main" val="63443601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69ee9ec2040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D5AE09D-E4A9-4D93-B455-372D1CC3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10FCCC-0E42-4A3E-8204-26787B07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IDENTIFICACIÓN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87E921A-A5E7-4896-8E8E-2747F371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Tres métodos de identificación de riesgos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8A6E409-A0AA-48FF-BE7A-C0749933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0B418B-C32C-4E67-A0B0-97DAEF15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F7F3E32-2DD3-4136-A66B-B2BEA12E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Análisis de documentos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829D3A4-7799-4FA6-BA63-2DD20505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Revisión de contratos, planos y especificaciones.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Detecta vacíos o inconsistencias contra el BEP.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1C926C7-F3EB-45CC-A1E3-DAC7A359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0B8966F-FC81-444B-9915-6C4C5B0F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D257A7A-EDC6-4CA4-806B-DAD1FE49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Lluvia de ideas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3369275-18D1-4F39-A56B-AF73B906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Sesiones con el equipo multidisciplinario.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Anticipa conflictos antes de modelar.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055D2A4-750F-46AF-8696-2453E08B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F48734C-8224-4002-A8C2-0879AFAE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7B24FD2-2CC7-4119-A6AD-7BFC8702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Entrevistas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2AB6AF-B631-438D-9A6B-EAE40B76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Consulta a expertos técnicos y partes interesadas.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Estructuras, MEP, arquitectura señalan puntos críticos.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E6B00C8-3393-4260-A929-191C6DE1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051487A-F502-431D-A707-DEB6EDB4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3467E98-0967-4227-9D59-F74F52C4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328B5B7-B109-4896-8591-27441CE6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 / 47</a:t>
            </a:r>
          </a:p>
        </p:txBody>
      </p:sp>
    </p:spTree>
    <p:extLst>
      <p:ext uri="{BB962C8B-B14F-4D97-AF65-F5344CB8AC3E}">
        <p14:creationId xmlns:p14="http://schemas.microsoft.com/office/powerpoint/2010/main" val="149311413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b4d1fd3404d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F7B10A7-432D-4C6A-8783-8EC7DD7A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CDB82B-9DFA-426F-A7DB-52AEE8DC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APORTE DE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D3336CA-2B75-4814-A0CA-34560A78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 la corrección reactiva a la prevención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26F293-BCF2-4550-9AF0-FC5AEBDA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Detección de interferencias (clash detection) entre disciplinas en el modelo federado.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Simulaciones de constructibilidad y secuenciación (4D) antes de llegar a obra.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Verificación normativa automática: accesibilidad, protección contra incendios, rutas de evacuación.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modelo 3D federado permite visualizar, analizar y mitigar problemas antes de la ejecución.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9BA1C5F-A702-42BE-B841-BB8B41B6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E7A9206-75C5-4A1F-B98A-0CAED801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738AB2-6591-4070-B744-428B8DF6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606353C-A949-443A-9403-5218852D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33 / 47</a:t>
            </a:r>
          </a:p>
        </p:txBody>
      </p:sp>
    </p:spTree>
    <p:extLst>
      <p:ext uri="{BB962C8B-B14F-4D97-AF65-F5344CB8AC3E}">
        <p14:creationId xmlns:p14="http://schemas.microsoft.com/office/powerpoint/2010/main" val="55730558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c74bdc23be44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8F5909-F608-4FD4-AAC4-A53CDD1C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75ECA5D-70A3-4349-AF54-78CA9C94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REGISTRO DE RIESGOS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F09FB45-B892-43B6-BE4C-89E0600C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Ejemplo de registro de un riesgo técnico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Riesgo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Interferencia entre ducto HVAC y viga estructural, nivel 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Probabilidad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Alta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Impacto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Retrabajo en obra + retraso de 5 días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Coordinador MEP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Mitigación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Resolver en modelo antes de emitir para construcción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D7673FA-C957-41CE-A87C-A30C0B3F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9CFEB4-1487-449B-90A7-57F3F115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8503A1-EBF6-4617-A60E-CE4C2DE8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77FB844-8D8F-4C4E-9E18-3469F5EC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34 / 47</a:t>
            </a:r>
          </a:p>
        </p:txBody>
      </p:sp>
    </p:spTree>
    <p:extLst>
      <p:ext uri="{BB962C8B-B14F-4D97-AF65-F5344CB8AC3E}">
        <p14:creationId xmlns:p14="http://schemas.microsoft.com/office/powerpoint/2010/main" val="17375217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25f3786244d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DB37FF7-F379-4F35-ABCF-D972AAC4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A68B8A8-8200-4F4B-805F-BA9FB72F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B35264E-070E-49BA-906A-1DC7EA9A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Riesgo técnico en el sistema de drenaje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Riesgo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tubería inferior al mínimo normativo (1%), detectada en el modelo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Probabilidad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Impacto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Estancamiento de aguas pluviales, retrabajo de excavación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Ingeniero sanitario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Mitigación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Corregir cotas en el modelo antes de emitir para construcción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69D5E0C-294F-43BF-A574-0E599F55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375D4ED-3273-4F6B-A758-D22672E9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F5401D-389B-406E-80D7-8D862BC4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7A9EECE-A0CA-4DF3-8AA5-E9C117FC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 / 47</a:t>
            </a:r>
          </a:p>
        </p:txBody>
      </p:sp>
    </p:spTree>
    <p:extLst>
      <p:ext uri="{BB962C8B-B14F-4D97-AF65-F5344CB8AC3E}">
        <p14:creationId xmlns:p14="http://schemas.microsoft.com/office/powerpoint/2010/main" val="115882061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F2A4891-A796-48E7-B205-DB55D9E5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388B17-5611-40A4-A5BD-043DE27E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F113233-E1F2-4180-AF49-B3B5D216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D3A8A22-6F95-40F5-8728-A787F6B0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La tabla de trazabilidad que conecta auditoría y gestión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6B677AD-ACA0-4D5C-898E-12967CA7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460304289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e38dfe918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E58A694-8E4D-417B-A869-1B32DDB9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769110E-2D64-4A30-9842-6E59591E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44B987C-2374-4215-A33C-F49D746A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Campos típicos de la matriz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937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592"/>
                <a:gridCol w="8420608"/>
              </a:tblGrid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N.°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Correlativo del hallazgo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Disciplina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Arquitectura, estructuras, MEP, etc.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/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del modelo y su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Qué no cumple y respecto a qué requisito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Severidad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Crítica / mayor / menor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Geométrico, de información, de coordinación, normativo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Quién debe subsanarlo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Fecha límite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Plazo de levantamiento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Abierta / en proceso / cerrada / no aplica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1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Evidencia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Captura, vista 3D o ID del clash asociado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810A2A-5FEC-46AD-AD72-B93E7F6B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889E74D-9C1F-40EC-B4A4-B53EA2BD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EA9E51E-0DB3-49F1-986C-14A7B100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2D7793C-FF8F-431D-9E68-A437FCEF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37 / 47</a:t>
            </a:r>
          </a:p>
        </p:txBody>
      </p:sp>
    </p:spTree>
    <p:extLst>
      <p:ext uri="{BB962C8B-B14F-4D97-AF65-F5344CB8AC3E}">
        <p14:creationId xmlns:p14="http://schemas.microsoft.com/office/powerpoint/2010/main" val="66912420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7862a85f44b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E102174-4308-4C21-9DF6-FA8995A6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59091C0-2AD6-4FC1-AD8A-55E43B46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USO OPERATIVO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AB4CB0A-1E12-4548-B492-BA8B899F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hace la matriz además de documentar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F8A9809-DDBE-4655-B81D-CCAF0AA4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Cuantifica el indicador "% de observaciones cerradas vs. abiertas" en cada corte del proyecto.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 la base de las reuniones de coordinación BIM (BIM Coordination Meetings).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Permite medir tendencia por disciplina: quién genera más hallazgos y con qué severidad.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retroalimenta directamente de los KPI de interferencias vistos en la sección 03.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48EF193-DAC8-4BD7-8D19-12122387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FE0A866-FB3A-4D32-8CD4-DF4CF293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3FB8A9-81A8-462F-84CE-A7BE3E7D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191349-94B5-4FFD-899F-60B37353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38 / 47</a:t>
            </a:r>
          </a:p>
        </p:txBody>
      </p:sp>
    </p:spTree>
    <p:extLst>
      <p:ext uri="{BB962C8B-B14F-4D97-AF65-F5344CB8AC3E}">
        <p14:creationId xmlns:p14="http://schemas.microsoft.com/office/powerpoint/2010/main" val="369662085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2d9053b9245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1BD70EA-F7FF-4FE7-B5EA-CFAE9407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F32E23-7133-4EF6-BC55-578E0059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F4B68CF-8E8B-482E-8025-5A2EA012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Una observación real de la red de drenaje en la matriz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937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7965440"/>
              </a:tblGrid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N.°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Disciplina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Sanitaria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/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Tubería de drenaje pluvial, nivel -1, eje C-D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 tubería atraviesa una viga de cimentación sin holgura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Severidad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Crítica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Coordinación (clash)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Coordinador MEP / sanitario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8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Estado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Abierta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89BE35-384C-4A6F-A7F0-A47B9F0A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47908BB-3E3B-4D04-BA5B-DEA71383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73867E-35A5-4C8B-87FA-A8238590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35C5E0B-1B4B-4AC9-97E7-2D27A0EA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39 / 47</a:t>
            </a:r>
          </a:p>
        </p:txBody>
      </p:sp>
    </p:spTree>
    <p:extLst>
      <p:ext uri="{BB962C8B-B14F-4D97-AF65-F5344CB8AC3E}">
        <p14:creationId xmlns:p14="http://schemas.microsoft.com/office/powerpoint/2010/main" val="139957307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F3E4358-25F4-4AAA-A2A5-86F6FAEE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1129E9C-03C2-4F81-A1F4-8553E9A2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489F436-50B0-4575-B27B-EA83E8AD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Automatización de auditorías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20ED20C-5AE6-4EB7-A630-CAC53585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De la revisión manual a la verificación programada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23EAC63-3FDB-4F79-95B7-98EBD1F5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2127419584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334977b1da46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40C2788-0BCC-4AC3-8EA4-DE87918C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175F0BD-FB94-411D-BC3B-454D0D19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HERRAMIENTAS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15368F6-3F64-4FBB-817A-C1C58247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Solibri y Dynamo: dos formas de automatizar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3174FE3-3D80-494C-96A6-D1C2543B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2472B2-42F7-474F-8CA2-47316A8B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8C2792-FAC7-416D-A2E5-DCD85666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Solibri — Model Checker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012A10-87CA-46C0-AD3F-17D67D27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Compara el modelo contra reglas parametrizables.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Nomenclatura, normativa, propiedades, espacios MEP, accesibilidad, evacuación.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Reglas personalizables por proyecto u organización.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DD1492A-7BB1-4B7D-8173-8F9C238C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860D9B9-3A4A-4EB1-B54F-E596C0AD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1642E65-45E1-4C23-A237-E0E52155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Dynamo — visual scripting en Revit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DF2B24-EC3C-4334-BF6C-5C44AA19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Automatiza tareas repetitivas de control de calidad.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Valida masivamente parámetros y cumplimiento normativo.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Exporta datos para auditoría de metadata (información no gráfica).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B86DB28-30F5-44BC-A46F-27A7549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E2077BB-2315-4B7B-B6CF-5313B33B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6CFF46-4075-4715-87CA-F69C3028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C8AF364-C9C7-4B96-8E5F-2126319D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41 / 47</a:t>
            </a:r>
          </a:p>
        </p:txBody>
      </p:sp>
    </p:spTree>
    <p:extLst>
      <p:ext uri="{BB962C8B-B14F-4D97-AF65-F5344CB8AC3E}">
        <p14:creationId xmlns:p14="http://schemas.microsoft.com/office/powerpoint/2010/main" val="1748867900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ae774dbd948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B88C431-1039-4132-B659-174BFA6A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DF90D8-C3E3-4797-AD5D-A3076717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AUTOMATIZACIÓN CON IA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14CD31F-83FA-4328-B1DC-CB167B0E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Tres procesos de auditoría que la IA puede automatizar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7C1DDE7-968D-448D-9185-4B32065A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CB4FC7F-814D-4A6E-B836-0160D642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72A4E41-561E-4BD6-9242-C2FE6362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Clasificación automática de clashes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7C5A97-3B4F-473D-8F53-104CE9BF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Modelos de visión por computadora priorizan las interferencias detectadas por severidad y disciplina.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Reduce la revisión manual clash por clash.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ECBF512-1C28-4AE0-B797-722CB0A5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D2A9841-9484-4FF7-AED2-636A1BD0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8297EE9-929B-4AA9-B3C1-0E7124CF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90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Redacción de la matriz de observaciones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2CA0483-E580-4B51-89BB-09705D82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IA generativa convierte los reportes crudos de Solibri/Navisworks en descripciones claras y accionables.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Acelera el paso de hallazgo técnico a fila de matriz.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FCD4E5C-423F-4843-9DDE-D879C487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A5D0598-17C2-4B88-A55B-7862635F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DA6D27E-688C-4B89-A071-D216FECC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Predicción de riesgos técnicos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99469EA-6410-43E2-AFDF-CA9F6E44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Modelos de machine learning analizan RFI y cambios históricos del proyecto.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Anticipan qué zonas del modelo son más propensas a interferencias.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00283468-253F-4C68-8C17-503D2611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C7F722B-1919-4E77-9B3A-A9D65F02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61860F8-8099-4DAE-BCFA-8CD36945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56DD93A-B95C-4BC0-858B-EE68328F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42 / 47</a:t>
            </a:r>
          </a:p>
        </p:txBody>
      </p:sp>
    </p:spTree>
    <p:extLst>
      <p:ext uri="{BB962C8B-B14F-4D97-AF65-F5344CB8AC3E}">
        <p14:creationId xmlns:p14="http://schemas.microsoft.com/office/powerpoint/2010/main" val="1106946989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fe689fa2a4f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1180F9F-FFCC-4C4A-A8FB-468EF91F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7581686-A65B-4116-A4C8-1FE19276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HERRAMIENTAS Y BENEFICIOS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980B98D-90E6-4D07-BCDD-CD17EC7A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Navisworks y beneficios de automatizar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026497-79D1-49AB-B5F4-F738DFC8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Navisworks: detección automática de interferencias (clash detection) entre disciplinas federadas.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Cobertura del 100% del modelo frente al muestreo manual.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Repetibilidad: mismas reglas en cada entrega, permitiendo medir tendencia (KPI de la sección 03).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Trazabilidad directa hacia la matriz de observaciones y el informe técnico.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Libera al equipo BIM para enfocarse en hallazgos de criterio, no en errores mecánicos.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244F5F5-4FD2-43B5-A628-05B8FB4E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BF43F3-3EF4-44EF-88A0-A8F76534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D78A5C3-7FB7-45CC-A9D6-368EDD7D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51AB80-027E-4F1A-9E1B-AB252D2C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43 / 47</a:t>
            </a:r>
          </a:p>
        </p:txBody>
      </p:sp>
    </p:spTree>
    <p:extLst>
      <p:ext uri="{BB962C8B-B14F-4D97-AF65-F5344CB8AC3E}">
        <p14:creationId xmlns:p14="http://schemas.microsoft.com/office/powerpoint/2010/main" val="1733600924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3034a4dcf47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81391C9-9061-4834-856C-09FA4627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316B755-4CA3-4671-B990-C0C2D6ED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E8E250-9A72-4E84-866D-33D9631F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400"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Automatizar la auditoría de la red de drenaje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3AB13B-F87F-45FE-85F7-14F0DA22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script de Dynamo valida automáticamente que toda tubería cumpla la pendiente mínima normativa (1%).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Una regla de Solibri detecta cruces entre la red de drenaje y elementos estructurales.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modelo de IA clasifica y prioriza los clashes de la red de drenaje antes de que un humano los revise.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90C9814-B272-49AC-A269-C0872424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8F2121E-942D-49B3-900E-9D599294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C26AE9-C777-4778-8F42-EC7CF2BF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573BFFD-6BAC-4B69-90F0-587C1E98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44 / 47</a:t>
            </a:r>
          </a:p>
        </p:txBody>
      </p:sp>
    </p:spTree>
    <p:extLst>
      <p:ext uri="{BB962C8B-B14F-4D97-AF65-F5344CB8AC3E}">
        <p14:creationId xmlns:p14="http://schemas.microsoft.com/office/powerpoint/2010/main" val="711988249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094dc05c0c44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E638E1-90F2-4129-A4F5-CDBF7DFD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2E8A79C-D12C-44E2-9195-109DE1B6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Resumen de la sesión 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AC4FB01-7177-4619-9E32-711AEBEA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6510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6A6B7FA-66A9-4CA8-A439-91AF2D23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803400"/>
            <a:ext cx="11379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Del modelo a la evidencia: diferenciar, medir, prevenir, documentar y automatizar.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3D9FF50-E840-4E37-BE8E-17BC1CEC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13792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Marco normativo: ISO 19650 y su adaptación local, el Plan BIM Perú (DS 289-2019-EF, hoja de ruta a 2025-2030).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Diferencias entre modelos: LOD/LOI/LOIN y el traspaso COBie hacia O&amp;M.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Indicadores: 14 KPI de gestión + indicadores de cumplimiento del modelo.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Riesgos técnicos: identificación preventiva apoyada en el modelo federado.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Matriz de observaciones: la trazabilidad que conecta auditoría y gestión, exigida en inversión pública peruana.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Automatización: Solibri, Dynamo y Navisworks como aceleradores, no reemplazo del criterio técnico.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DFD200F-9199-41E9-BA2A-874DAF7A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0F3F815-84C5-4FCA-90AD-DAD56FF4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82687DC-C742-4ADA-8319-5D5C552A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A64C8E-6216-405D-970D-674C8FC6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45 / 47</a:t>
            </a:r>
          </a:p>
        </p:txBody>
      </p:sp>
    </p:spTree>
    <p:extLst>
      <p:ext uri="{BB962C8B-B14F-4D97-AF65-F5344CB8AC3E}">
        <p14:creationId xmlns:p14="http://schemas.microsoft.com/office/powerpoint/2010/main" val="1205352725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5B36800-B28A-411E-8B85-6E1B1A46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828E7E-2E5A-42E9-A2A4-94F44119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1F7DE9D-7385-4A2E-8697-4D00647B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286000"/>
            <a:ext cx="104775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6B8F"/>
                </a:solidFill>
                <a:latin typeface="Arial"/>
                <a:ea typeface="Arial"/>
                <a:cs typeface="Arial"/>
              </a:rPr>
              <a:t>REFLEXIÓN FINAL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749B99A-CF54-4432-B207-BFF543AB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603500"/>
            <a:ext cx="10160000" cy="127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“La estandarización no se corrige a mitad de obra: se diseña el primer día del proyecto.”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D092F7-4A7B-4C05-BECA-5B4747AE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064000"/>
            <a:ext cx="9842500" cy="1493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Cada nomenclatura, cada plantilla, cada regla de LOD/LOI que se define antes del primer trazo cuesta minutos. La misma regla, impuesta después de que el equipo ya modeló a su manera, cuesta semanas de retrabajo y observaciones repetidas. Auditar bien un modelo empieza por exigir, desde el kickoff, el mismo EIR, el mismo BEP y los mismos criterios de calidad para todas las disciplinas — en Gesconvial, esa disciplina temprana es la que hace que la auditoría sea una confirmación, no una corrección.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66E9824-69ED-4492-B086-67E00746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420219369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17a0add6041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D074A8-74DA-4E88-96BE-E1774C6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37A0591-0175-4355-B012-E263450F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731000"/>
            <a:ext cx="406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C50AD7E-AE1D-483C-8D0B-023772FB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67310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2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375328e9549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0"/>
            <a:ext cx="5715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A171227-EB60-4358-9F53-07215343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093CDC3-EFBD-4D2E-A39D-15923D8A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GESCONVIAL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3FA8F4-3DAB-43A5-8FBB-D61494C6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667000"/>
            <a:ext cx="5588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SESIÓN 6 · AUDITORÍA Y CONTROL DE CALIDAD BIM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6D0FA69-73F7-44B9-ABCE-9EAEF4D7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84500"/>
            <a:ext cx="5588000" cy="82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¡Gracias!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702D4FF-FD51-4304-AEFC-88474E48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873500"/>
            <a:ext cx="508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Preguntas, comentarios y observaciones son bienvenidos para seguir estandarizando juntos.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0F2169F-CEB3-4E19-ADF7-AEB7BFE0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C9DED68-0FEE-4C0C-B65C-F49C1E16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0A2A2A7-D567-4400-9C39-4D6E3C59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88594CE-B222-4377-84D1-D53724B1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47 / 47</a:t>
            </a:r>
          </a:p>
        </p:txBody>
      </p:sp>
    </p:spTree>
    <p:extLst>
      <p:ext uri="{BB962C8B-B14F-4D97-AF65-F5344CB8AC3E}">
        <p14:creationId xmlns:p14="http://schemas.microsoft.com/office/powerpoint/2010/main" val="5306105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2026-09-18T04:21:32.7290000Z</dcterms:created>
  <dcterms:modified xsi:type="dcterms:W3CDTF">2026-09-18T04:21:32.7290000Z</dcterms:modified>
</coreProperties>
</file>