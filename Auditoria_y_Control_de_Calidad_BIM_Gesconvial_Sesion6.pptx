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4830de360184d77" /><Relationship Type="http://schemas.openxmlformats.org/officeDocument/2006/relationships/extended-properties" Target="/docProps/app.xml" Id="Ra6486a32537e4b3f" /><Relationship Type="http://schemas.openxmlformats.org/officeDocument/2006/relationships/officeDocument" Target="/ppt/presentation.xml" Id="Rb221f5cf6d6845f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5d3ecefa4274dca"/>
  </p:sldMasterIdLst>
  <p:notesMasterIdLst>
    <p:notesMasterId xmlns:r="http://schemas.openxmlformats.org/officeDocument/2006/relationships" r:id="Rd08a14080221425a"/>
  </p:notesMasterIdLst>
  <p:sldIdLst>
    <p:sldId xmlns:r="http://schemas.openxmlformats.org/officeDocument/2006/relationships" id="256" r:id="Ra57ea16385f34d79"/>
    <p:sldId xmlns:r="http://schemas.openxmlformats.org/officeDocument/2006/relationships" id="257" r:id="Rd08570c0f13a4178"/>
    <p:sldId xmlns:r="http://schemas.openxmlformats.org/officeDocument/2006/relationships" id="258" r:id="R5936f6f4f8fd400f"/>
    <p:sldId xmlns:r="http://schemas.openxmlformats.org/officeDocument/2006/relationships" id="259" r:id="R694e7bcb0825424c"/>
    <p:sldId xmlns:r="http://schemas.openxmlformats.org/officeDocument/2006/relationships" id="260" r:id="Rf5fbef874c794986"/>
    <p:sldId xmlns:r="http://schemas.openxmlformats.org/officeDocument/2006/relationships" id="261" r:id="R65722caf255b49e0"/>
    <p:sldId xmlns:r="http://schemas.openxmlformats.org/officeDocument/2006/relationships" id="262" r:id="R4e7d52a8a9874869"/>
    <p:sldId xmlns:r="http://schemas.openxmlformats.org/officeDocument/2006/relationships" id="263" r:id="R2df070a720634a97"/>
    <p:sldId xmlns:r="http://schemas.openxmlformats.org/officeDocument/2006/relationships" id="264" r:id="R3f8caaab478f412f"/>
    <p:sldId xmlns:r="http://schemas.openxmlformats.org/officeDocument/2006/relationships" id="265" r:id="R0938ab0c9e584180"/>
    <p:sldId xmlns:r="http://schemas.openxmlformats.org/officeDocument/2006/relationships" id="266" r:id="Rbcfea357119949a3"/>
    <p:sldId xmlns:r="http://schemas.openxmlformats.org/officeDocument/2006/relationships" id="267" r:id="Rb5df021e7eba43ab"/>
    <p:sldId xmlns:r="http://schemas.openxmlformats.org/officeDocument/2006/relationships" id="268" r:id="Rf7c1f48e010f4dce"/>
    <p:sldId xmlns:r="http://schemas.openxmlformats.org/officeDocument/2006/relationships" id="269" r:id="Rcfcd0c0aafe242a8"/>
    <p:sldId xmlns:r="http://schemas.openxmlformats.org/officeDocument/2006/relationships" id="270" r:id="R53d79b285bb7489e"/>
    <p:sldId xmlns:r="http://schemas.openxmlformats.org/officeDocument/2006/relationships" id="271" r:id="R3426cff175db4b1c"/>
    <p:sldId xmlns:r="http://schemas.openxmlformats.org/officeDocument/2006/relationships" id="272" r:id="R5b3cc790ceb5442a"/>
    <p:sldId xmlns:r="http://schemas.openxmlformats.org/officeDocument/2006/relationships" id="273" r:id="R64b49be8b63e4398"/>
    <p:sldId xmlns:r="http://schemas.openxmlformats.org/officeDocument/2006/relationships" id="274" r:id="Raccfdd9cf3c04f90"/>
    <p:sldId xmlns:r="http://schemas.openxmlformats.org/officeDocument/2006/relationships" id="275" r:id="R3fb396454f414dfe"/>
    <p:sldId xmlns:r="http://schemas.openxmlformats.org/officeDocument/2006/relationships" id="276" r:id="R5d07fb346e384f32"/>
    <p:sldId xmlns:r="http://schemas.openxmlformats.org/officeDocument/2006/relationships" id="277" r:id="Rdcefa20ed61f48c8"/>
    <p:sldId xmlns:r="http://schemas.openxmlformats.org/officeDocument/2006/relationships" id="278" r:id="R62e7f13f345d4bf2"/>
    <p:sldId xmlns:r="http://schemas.openxmlformats.org/officeDocument/2006/relationships" id="279" r:id="R9ce24dd776954fb4"/>
    <p:sldId xmlns:r="http://schemas.openxmlformats.org/officeDocument/2006/relationships" id="280" r:id="R1aa6a3c689634dd5"/>
    <p:sldId xmlns:r="http://schemas.openxmlformats.org/officeDocument/2006/relationships" id="281" r:id="R182346add5854c88"/>
    <p:sldId xmlns:r="http://schemas.openxmlformats.org/officeDocument/2006/relationships" id="282" r:id="R4dac52a413ed4f4c"/>
    <p:sldId xmlns:r="http://schemas.openxmlformats.org/officeDocument/2006/relationships" id="283" r:id="R48bd8e413ddc4fd9"/>
    <p:sldId xmlns:r="http://schemas.openxmlformats.org/officeDocument/2006/relationships" id="284" r:id="Rdfdb16842e544fc4"/>
    <p:sldId xmlns:r="http://schemas.openxmlformats.org/officeDocument/2006/relationships" id="285" r:id="Rb6fd07597dfa45f9"/>
    <p:sldId xmlns:r="http://schemas.openxmlformats.org/officeDocument/2006/relationships" id="286" r:id="R204cecfbe27b49f8"/>
    <p:sldId xmlns:r="http://schemas.openxmlformats.org/officeDocument/2006/relationships" id="287" r:id="R5cc68802b49d44bd"/>
    <p:sldId xmlns:r="http://schemas.openxmlformats.org/officeDocument/2006/relationships" id="288" r:id="R85c23b92c7684e25"/>
    <p:sldId xmlns:r="http://schemas.openxmlformats.org/officeDocument/2006/relationships" id="289" r:id="Re424eb9a3fb14105"/>
    <p:sldId xmlns:r="http://schemas.openxmlformats.org/officeDocument/2006/relationships" id="290" r:id="Re12e087e45cd45c3"/>
    <p:sldId xmlns:r="http://schemas.openxmlformats.org/officeDocument/2006/relationships" id="291" r:id="Re231b8f977ef4ad5"/>
    <p:sldId xmlns:r="http://schemas.openxmlformats.org/officeDocument/2006/relationships" id="292" r:id="Rb3604dd49bd943dd"/>
    <p:sldId xmlns:r="http://schemas.openxmlformats.org/officeDocument/2006/relationships" id="293" r:id="Rf509c44421a44fea"/>
    <p:sldId xmlns:r="http://schemas.openxmlformats.org/officeDocument/2006/relationships" id="294" r:id="R4776488fc2ff4e50"/>
    <p:sldId xmlns:r="http://schemas.openxmlformats.org/officeDocument/2006/relationships" id="295" r:id="Re905740a8f9a48f7"/>
    <p:sldId xmlns:r="http://schemas.openxmlformats.org/officeDocument/2006/relationships" id="296" r:id="R4169697d643d458d"/>
    <p:sldId xmlns:r="http://schemas.openxmlformats.org/officeDocument/2006/relationships" id="297" r:id="Ra1c96edd9cf64f1b"/>
    <p:sldId xmlns:r="http://schemas.openxmlformats.org/officeDocument/2006/relationships" id="298" r:id="R5791afed117842f5"/>
    <p:sldId xmlns:r="http://schemas.openxmlformats.org/officeDocument/2006/relationships" id="299" r:id="R4ea23b403ab84a6a"/>
    <p:sldId xmlns:r="http://schemas.openxmlformats.org/officeDocument/2006/relationships" id="300" r:id="Ra12f07f94042404d"/>
    <p:sldId xmlns:r="http://schemas.openxmlformats.org/officeDocument/2006/relationships" id="301" r:id="R7b148e9dfdba4746"/>
    <p:sldId xmlns:r="http://schemas.openxmlformats.org/officeDocument/2006/relationships" id="302" r:id="R666d7bd5209e4df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cb75d7abdb74368" /><Relationship Type="http://schemas.openxmlformats.org/officeDocument/2006/relationships/slideMaster" Target="/ppt/slideMasters/slideMaster1.xml" Id="Ra5d3ecefa4274dca" /><Relationship Type="http://schemas.openxmlformats.org/officeDocument/2006/relationships/notesMaster" Target="/ppt/notesMasters/notesMaster1.xml" Id="Rd08a14080221425a" /><Relationship Type="http://schemas.openxmlformats.org/officeDocument/2006/relationships/presProps" Target="/ppt/presProps.xml" Id="Rc65b2f9a982844e4" /><Relationship Type="http://schemas.openxmlformats.org/officeDocument/2006/relationships/viewProps" Target="/ppt/viewProps.xml" Id="Ra5d53aa1bdbb42c3" /><Relationship Type="http://schemas.openxmlformats.org/officeDocument/2006/relationships/tableStyles" Target="/ppt/tableStyles.xml" Id="Rac670980564241e1" /><Relationship Type="http://schemas.openxmlformats.org/officeDocument/2006/relationships/slide" Target="/ppt/slides/slide1.xml" Id="Ra57ea16385f34d79" /><Relationship Type="http://schemas.openxmlformats.org/officeDocument/2006/relationships/slide" Target="/ppt/slides/slide2.xml" Id="Rd08570c0f13a4178" /><Relationship Type="http://schemas.openxmlformats.org/officeDocument/2006/relationships/slide" Target="/ppt/slides/slide3.xml" Id="R5936f6f4f8fd400f" /><Relationship Type="http://schemas.openxmlformats.org/officeDocument/2006/relationships/slide" Target="/ppt/slides/slide4.xml" Id="R694e7bcb0825424c" /><Relationship Type="http://schemas.openxmlformats.org/officeDocument/2006/relationships/slide" Target="/ppt/slides/slide5.xml" Id="Rf5fbef874c794986" /><Relationship Type="http://schemas.openxmlformats.org/officeDocument/2006/relationships/slide" Target="/ppt/slides/slide6.xml" Id="R65722caf255b49e0" /><Relationship Type="http://schemas.openxmlformats.org/officeDocument/2006/relationships/slide" Target="/ppt/slides/slide7.xml" Id="R4e7d52a8a9874869" /><Relationship Type="http://schemas.openxmlformats.org/officeDocument/2006/relationships/slide" Target="/ppt/slides/slide8.xml" Id="R2df070a720634a97" /><Relationship Type="http://schemas.openxmlformats.org/officeDocument/2006/relationships/slide" Target="/ppt/slides/slide9.xml" Id="R3f8caaab478f412f" /><Relationship Type="http://schemas.openxmlformats.org/officeDocument/2006/relationships/slide" Target="/ppt/slides/slide10.xml" Id="R0938ab0c9e584180" /><Relationship Type="http://schemas.openxmlformats.org/officeDocument/2006/relationships/slide" Target="/ppt/slides/slide11.xml" Id="Rbcfea357119949a3" /><Relationship Type="http://schemas.openxmlformats.org/officeDocument/2006/relationships/slide" Target="/ppt/slides/slide12.xml" Id="Rb5df021e7eba43ab" /><Relationship Type="http://schemas.openxmlformats.org/officeDocument/2006/relationships/slide" Target="/ppt/slides/slide13.xml" Id="Rf7c1f48e010f4dce" /><Relationship Type="http://schemas.openxmlformats.org/officeDocument/2006/relationships/slide" Target="/ppt/slides/slide14.xml" Id="Rcfcd0c0aafe242a8" /><Relationship Type="http://schemas.openxmlformats.org/officeDocument/2006/relationships/slide" Target="/ppt/slides/slide15.xml" Id="R53d79b285bb7489e" /><Relationship Type="http://schemas.openxmlformats.org/officeDocument/2006/relationships/slide" Target="/ppt/slides/slide16.xml" Id="R3426cff175db4b1c" /><Relationship Type="http://schemas.openxmlformats.org/officeDocument/2006/relationships/slide" Target="/ppt/slides/slide17.xml" Id="R5b3cc790ceb5442a" /><Relationship Type="http://schemas.openxmlformats.org/officeDocument/2006/relationships/slide" Target="/ppt/slides/slide18.xml" Id="R64b49be8b63e4398" /><Relationship Type="http://schemas.openxmlformats.org/officeDocument/2006/relationships/slide" Target="/ppt/slides/slide19.xml" Id="Raccfdd9cf3c04f90" /><Relationship Type="http://schemas.openxmlformats.org/officeDocument/2006/relationships/slide" Target="/ppt/slides/slide20.xml" Id="R3fb396454f414dfe" /><Relationship Type="http://schemas.openxmlformats.org/officeDocument/2006/relationships/slide" Target="/ppt/slides/slide21.xml" Id="R5d07fb346e384f32" /><Relationship Type="http://schemas.openxmlformats.org/officeDocument/2006/relationships/slide" Target="/ppt/slides/slide22.xml" Id="Rdcefa20ed61f48c8" /><Relationship Type="http://schemas.openxmlformats.org/officeDocument/2006/relationships/slide" Target="/ppt/slides/slide23.xml" Id="R62e7f13f345d4bf2" /><Relationship Type="http://schemas.openxmlformats.org/officeDocument/2006/relationships/slide" Target="/ppt/slides/slide24.xml" Id="R9ce24dd776954fb4" /><Relationship Type="http://schemas.openxmlformats.org/officeDocument/2006/relationships/slide" Target="/ppt/slides/slide25.xml" Id="R1aa6a3c689634dd5" /><Relationship Type="http://schemas.openxmlformats.org/officeDocument/2006/relationships/slide" Target="/ppt/slides/slide26.xml" Id="R182346add5854c88" /><Relationship Type="http://schemas.openxmlformats.org/officeDocument/2006/relationships/slide" Target="/ppt/slides/slide27.xml" Id="R4dac52a413ed4f4c" /><Relationship Type="http://schemas.openxmlformats.org/officeDocument/2006/relationships/slide" Target="/ppt/slides/slide28.xml" Id="R48bd8e413ddc4fd9" /><Relationship Type="http://schemas.openxmlformats.org/officeDocument/2006/relationships/slide" Target="/ppt/slides/slide29.xml" Id="Rdfdb16842e544fc4" /><Relationship Type="http://schemas.openxmlformats.org/officeDocument/2006/relationships/slide" Target="/ppt/slides/slide30.xml" Id="Rb6fd07597dfa45f9" /><Relationship Type="http://schemas.openxmlformats.org/officeDocument/2006/relationships/slide" Target="/ppt/slides/slide31.xml" Id="R204cecfbe27b49f8" /><Relationship Type="http://schemas.openxmlformats.org/officeDocument/2006/relationships/slide" Target="/ppt/slides/slide32.xml" Id="R5cc68802b49d44bd" /><Relationship Type="http://schemas.openxmlformats.org/officeDocument/2006/relationships/slide" Target="/ppt/slides/slide33.xml" Id="R85c23b92c7684e25" /><Relationship Type="http://schemas.openxmlformats.org/officeDocument/2006/relationships/slide" Target="/ppt/slides/slide34.xml" Id="Re424eb9a3fb14105" /><Relationship Type="http://schemas.openxmlformats.org/officeDocument/2006/relationships/slide" Target="/ppt/slides/slide35.xml" Id="Re12e087e45cd45c3" /><Relationship Type="http://schemas.openxmlformats.org/officeDocument/2006/relationships/slide" Target="/ppt/slides/slide36.xml" Id="Re231b8f977ef4ad5" /><Relationship Type="http://schemas.openxmlformats.org/officeDocument/2006/relationships/slide" Target="/ppt/slides/slide37.xml" Id="Rb3604dd49bd943dd" /><Relationship Type="http://schemas.openxmlformats.org/officeDocument/2006/relationships/slide" Target="/ppt/slides/slide38.xml" Id="Rf509c44421a44fea" /><Relationship Type="http://schemas.openxmlformats.org/officeDocument/2006/relationships/slide" Target="/ppt/slides/slide39.xml" Id="R4776488fc2ff4e50" /><Relationship Type="http://schemas.openxmlformats.org/officeDocument/2006/relationships/slide" Target="/ppt/slides/slide40.xml" Id="Re905740a8f9a48f7" /><Relationship Type="http://schemas.openxmlformats.org/officeDocument/2006/relationships/slide" Target="/ppt/slides/slide41.xml" Id="R4169697d643d458d" /><Relationship Type="http://schemas.openxmlformats.org/officeDocument/2006/relationships/slide" Target="/ppt/slides/slide42.xml" Id="Ra1c96edd9cf64f1b" /><Relationship Type="http://schemas.openxmlformats.org/officeDocument/2006/relationships/slide" Target="/ppt/slides/slide43.xml" Id="R5791afed117842f5" /><Relationship Type="http://schemas.openxmlformats.org/officeDocument/2006/relationships/slide" Target="/ppt/slides/slide44.xml" Id="R4ea23b403ab84a6a" /><Relationship Type="http://schemas.openxmlformats.org/officeDocument/2006/relationships/slide" Target="/ppt/slides/slide45.xml" Id="Ra12f07f94042404d" /><Relationship Type="http://schemas.openxmlformats.org/officeDocument/2006/relationships/slide" Target="/ppt/slides/slide46.xml" Id="R7b148e9dfdba4746" /><Relationship Type="http://schemas.openxmlformats.org/officeDocument/2006/relationships/slide" Target="/ppt/slides/slide47.xml" Id="R666d7bd5209e4d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f6c872673824b9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9b621d694384459" /><Relationship Type="http://schemas.openxmlformats.org/officeDocument/2006/relationships/notesMaster" Target="/ppt/notesMasters/notesMaster1.xml" Id="R4d573a8e8fdb41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b1f20f0818451b" /><Relationship Type="http://schemas.openxmlformats.org/officeDocument/2006/relationships/notesMaster" Target="/ppt/notesMasters/notesMaster1.xml" Id="R144a14c73a63410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434c80d3973413d" /><Relationship Type="http://schemas.openxmlformats.org/officeDocument/2006/relationships/notesMaster" Target="/ppt/notesMasters/notesMaster1.xml" Id="R6421ee1e041f4b8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c9bae8f7ac84d3f" /><Relationship Type="http://schemas.openxmlformats.org/officeDocument/2006/relationships/notesMaster" Target="/ppt/notesMasters/notesMaster1.xml" Id="R211a96cb88ef4ca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767858c354f4eb2" /><Relationship Type="http://schemas.openxmlformats.org/officeDocument/2006/relationships/notesMaster" Target="/ppt/notesMasters/notesMaster1.xml" Id="Rf502d0dea0b04a0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397ee0b96894dab" /><Relationship Type="http://schemas.openxmlformats.org/officeDocument/2006/relationships/notesMaster" Target="/ppt/notesMasters/notesMaster1.xml" Id="R669cb2fff8d64f0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d4e17c9d0234aaa" /><Relationship Type="http://schemas.openxmlformats.org/officeDocument/2006/relationships/notesMaster" Target="/ppt/notesMasters/notesMaster1.xml" Id="R740da28b813a423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4847118f37b43f7" /><Relationship Type="http://schemas.openxmlformats.org/officeDocument/2006/relationships/notesMaster" Target="/ppt/notesMasters/notesMaster1.xml" Id="Raee7d1d074d64d4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f81745032864cdf" /><Relationship Type="http://schemas.openxmlformats.org/officeDocument/2006/relationships/notesMaster" Target="/ppt/notesMasters/notesMaster1.xml" Id="R385c5bb42e7e4c8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adaeaabf59f48b7" /><Relationship Type="http://schemas.openxmlformats.org/officeDocument/2006/relationships/notesMaster" Target="/ppt/notesMasters/notesMaster1.xml" Id="R2d19283c402548d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b44ce43839d4f1e" /><Relationship Type="http://schemas.openxmlformats.org/officeDocument/2006/relationships/notesMaster" Target="/ppt/notesMasters/notesMaster1.xml" Id="R52f66e97e6134d8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ff8f0eceac74276" /><Relationship Type="http://schemas.openxmlformats.org/officeDocument/2006/relationships/notesMaster" Target="/ppt/notesMasters/notesMaster1.xml" Id="R29337ac09ea04dd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fc9d0550ca24663" /><Relationship Type="http://schemas.openxmlformats.org/officeDocument/2006/relationships/notesMaster" Target="/ppt/notesMasters/notesMaster1.xml" Id="Radc299ef86e94b6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08cafeecb654b57" /><Relationship Type="http://schemas.openxmlformats.org/officeDocument/2006/relationships/notesMaster" Target="/ppt/notesMasters/notesMaster1.xml" Id="R968a52fd0ba0476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8e1620bedf643d0" /><Relationship Type="http://schemas.openxmlformats.org/officeDocument/2006/relationships/notesMaster" Target="/ppt/notesMasters/notesMaster1.xml" Id="Re1adc981990d46c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88e1e65fe4e4dc3" /><Relationship Type="http://schemas.openxmlformats.org/officeDocument/2006/relationships/notesMaster" Target="/ppt/notesMasters/notesMaster1.xml" Id="Rbae6cff17a1f4bf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017417d90ee48fd" /><Relationship Type="http://schemas.openxmlformats.org/officeDocument/2006/relationships/notesMaster" Target="/ppt/notesMasters/notesMaster1.xml" Id="R71c5e2bd522141c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a24e54ac883433c" /><Relationship Type="http://schemas.openxmlformats.org/officeDocument/2006/relationships/notesMaster" Target="/ppt/notesMasters/notesMaster1.xml" Id="R392fda65d5784ac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327daf6081f4a2d" /><Relationship Type="http://schemas.openxmlformats.org/officeDocument/2006/relationships/notesMaster" Target="/ppt/notesMasters/notesMaster1.xml" Id="R072fdc51919644f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0ebb46927b9427e" /><Relationship Type="http://schemas.openxmlformats.org/officeDocument/2006/relationships/notesMaster" Target="/ppt/notesMasters/notesMaster1.xml" Id="R3a3cc8e1ab18483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a7c77c01ddc4341" /><Relationship Type="http://schemas.openxmlformats.org/officeDocument/2006/relationships/notesMaster" Target="/ppt/notesMasters/notesMaster1.xml" Id="R244c6eb5465c4e1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1112aea8ce24f48" /><Relationship Type="http://schemas.openxmlformats.org/officeDocument/2006/relationships/notesMaster" Target="/ppt/notesMasters/notesMaster1.xml" Id="Rcac741efe164410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5b419f621eb4140" /><Relationship Type="http://schemas.openxmlformats.org/officeDocument/2006/relationships/notesMaster" Target="/ppt/notesMasters/notesMaster1.xml" Id="R64248e508306421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7d2eab864864e43" /><Relationship Type="http://schemas.openxmlformats.org/officeDocument/2006/relationships/notesMaster" Target="/ppt/notesMasters/notesMaster1.xml" Id="R397825b974a1428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cbedd9bafca438c" /><Relationship Type="http://schemas.openxmlformats.org/officeDocument/2006/relationships/notesMaster" Target="/ppt/notesMasters/notesMaster1.xml" Id="Rb0ce06cfc4e1407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eec8bbfc5c74221" /><Relationship Type="http://schemas.openxmlformats.org/officeDocument/2006/relationships/notesMaster" Target="/ppt/notesMasters/notesMaster1.xml" Id="R2134363ddc8f41b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6e515e295554970" /><Relationship Type="http://schemas.openxmlformats.org/officeDocument/2006/relationships/notesMaster" Target="/ppt/notesMasters/notesMaster1.xml" Id="Rd651e42f86ef4a65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1f038612056420a" /><Relationship Type="http://schemas.openxmlformats.org/officeDocument/2006/relationships/notesMaster" Target="/ppt/notesMasters/notesMaster1.xml" Id="R821830781187404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8af36e17f7db412c" /><Relationship Type="http://schemas.openxmlformats.org/officeDocument/2006/relationships/notesMaster" Target="/ppt/notesMasters/notesMaster1.xml" Id="R25df41b15f0143b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4380e421c2442c1" /><Relationship Type="http://schemas.openxmlformats.org/officeDocument/2006/relationships/notesMaster" Target="/ppt/notesMasters/notesMaster1.xml" Id="R4c44fdeb59f3483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18a9feed142c477c" /><Relationship Type="http://schemas.openxmlformats.org/officeDocument/2006/relationships/notesMaster" Target="/ppt/notesMasters/notesMaster1.xml" Id="Raa018e3ea5c0433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cefb850246aa4a04" /><Relationship Type="http://schemas.openxmlformats.org/officeDocument/2006/relationships/notesMaster" Target="/ppt/notesMasters/notesMaster1.xml" Id="R4487cc3f75e041cb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1a69ac7f85c4fd8" /><Relationship Type="http://schemas.openxmlformats.org/officeDocument/2006/relationships/notesMaster" Target="/ppt/notesMasters/notesMaster1.xml" Id="Rcc93609fae174057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9750cca8d0b44f4c" /><Relationship Type="http://schemas.openxmlformats.org/officeDocument/2006/relationships/notesMaster" Target="/ppt/notesMasters/notesMaster1.xml" Id="Re7951ea1b0074d28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1bbf1632b01d4bac" /><Relationship Type="http://schemas.openxmlformats.org/officeDocument/2006/relationships/notesMaster" Target="/ppt/notesMasters/notesMaster1.xml" Id="R8292d813e3da4e82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0fd5b857de354aef" /><Relationship Type="http://schemas.openxmlformats.org/officeDocument/2006/relationships/notesMaster" Target="/ppt/notesMasters/notesMaster1.xml" Id="R15d89f8a35174db2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db460afbdd664ff4" /><Relationship Type="http://schemas.openxmlformats.org/officeDocument/2006/relationships/notesMaster" Target="/ppt/notesMasters/notesMaster1.xml" Id="R8fc7923c9cc240d8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d3f1da38ae9c41a6" /><Relationship Type="http://schemas.openxmlformats.org/officeDocument/2006/relationships/notesMaster" Target="/ppt/notesMasters/notesMaster1.xml" Id="R661fc155fe5f45aa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7544666cf7034d20" /><Relationship Type="http://schemas.openxmlformats.org/officeDocument/2006/relationships/notesMaster" Target="/ppt/notesMasters/notesMaster1.xml" Id="Rd2e08b3104a44bae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3069242e653f4e99" /><Relationship Type="http://schemas.openxmlformats.org/officeDocument/2006/relationships/notesMaster" Target="/ppt/notesMasters/notesMaster1.xml" Id="R9ef203f9c0544e0d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517a34e80ee34f7f" /><Relationship Type="http://schemas.openxmlformats.org/officeDocument/2006/relationships/notesMaster" Target="/ppt/notesMasters/notesMaster1.xml" Id="Rb89aebd448184282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ea0b8ab946eb4ace" /><Relationship Type="http://schemas.openxmlformats.org/officeDocument/2006/relationships/notesMaster" Target="/ppt/notesMasters/notesMaster1.xml" Id="R641b85263a3d4c8f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93f51c76010044b4" /><Relationship Type="http://schemas.openxmlformats.org/officeDocument/2006/relationships/notesMaster" Target="/ppt/notesMasters/notesMaster1.xml" Id="Rd8ba3d4306b74c51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006b102759874e10" /><Relationship Type="http://schemas.openxmlformats.org/officeDocument/2006/relationships/notesMaster" Target="/ppt/notesMasters/notesMaster1.xml" Id="Rdf001ae6989a407b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d6eb3adc43904941" /><Relationship Type="http://schemas.openxmlformats.org/officeDocument/2006/relationships/notesMaster" Target="/ppt/notesMasters/notesMaster1.xml" Id="R0b1d4d770b01481e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38b7a070b790442d" /><Relationship Type="http://schemas.openxmlformats.org/officeDocument/2006/relationships/notesMaster" Target="/ppt/notesMasters/notesMaster1.xml" Id="R7b5c2c8e1fbd4bf6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496e2979d91e4f70" /><Relationship Type="http://schemas.openxmlformats.org/officeDocument/2006/relationships/notesMaster" Target="/ppt/notesMasters/notesMaster1.xml" Id="Rd29f41184ec449c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fea2502aac4ff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046d2af37f482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858189e39f4a6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6bdd567d4b4e8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e57bfbbd564c5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1e2e32c8744a6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18cff2503f410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6d5283fc0244a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f6545dfffb4ae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6d2b94ab3a4b2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bdeac785cf4e3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326B724-F667-4454-BD7C-C75A9E8ADD7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EDC2AB4-FD9C-4D22-8C28-254849B3F61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54DBAC4-2217-433C-B4C8-0E07131F4F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08AD44E-E74C-4FC0-A0D8-78AA8E11DD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904A714-8BF3-40F8-BD92-31C91C96F51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69E1386-479F-4405-BB6E-39ED1A5986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78AEDA-2D12-4CA6-81EB-A0D61594880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0DB5119-D75B-4DAF-BEDF-88655D99B43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9A4AC7A-A622-4299-9A84-33D8A29510D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008EA13-173B-4101-A827-D11BD5911FF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D9BBB2E-F249-4B8D-A9C1-6CC1F9B1D5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F7445B9-EC08-4748-9021-1A8B1885F9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FDA1B4D-F679-4B41-B6E2-0082E95F0A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282E0E1-2519-43FF-BAAD-6B82448DB20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0664119-D961-4B24-8854-17306C36C8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EF933FF-DADF-4CF1-88BE-3FA108AEE8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D90623F-26E7-47C8-90D9-B908751BAEE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E88AB01-D94A-48F6-934D-72861F8466D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63E2AE4-2761-44ED-9BAF-0A3A4F64B19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E271DFC-1F66-4704-A71B-9FF78BB8FEE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6E5F2F0-E504-433E-A334-5C17AB4712A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0831CE1-E4DE-49D7-8764-B53FD46A61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6255B19-8AA5-4768-9B95-DEF1016AC8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72D9497-9466-4ABD-AA96-111A274B4F3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1AF93FEC-C37C-4AFA-A59C-A8DC337410E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CD2BEEAD-49DB-415A-8A21-8C1EF802533A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1B823230-E387-4F9E-B0D9-BA62DCBB8D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094D13A-69BE-4599-BB8C-1B43CDD77C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ED3A832E-368C-4779-8B59-43DCE4236BA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9A745BD-3C65-4912-9DFC-6F213993B4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9BA1DF52-A858-4A8E-8AF8-36271742A4A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64780B2-05AC-4AC4-B825-B7E62F1682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3C7BE503-1197-4B34-B7B3-CF92462FA1D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12EECEA-0FDF-4581-A6F3-408E651ED91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5CAC49F-6BDB-4680-BDE1-BC42A2612E7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5233AE2-7950-44FE-AAF3-416366685B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A223441-9A09-4FA6-A4CB-3786E39523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E5168F5-476B-4A89-87E0-24C7A37A9B4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D2D08FF-EB9D-45D6-81AB-77B71B4EDE2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5A69B0A-B13E-4FEA-9B39-9DAB0DEB43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B058D99-B1F0-47DB-A4E7-3B3FD801C87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5FE373B-3E89-43A3-9986-3BFF8A3E4B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ECC853-DD45-446F-BCD8-1E729585C4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B22D8153-2F78-4460-8073-B6BF221517B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5EF4F1D-7539-46B4-904F-05A7E63EFCA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AC21956-047A-4EBD-9E40-0CD1431CDC5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FF3A25D-2DDF-4CF5-97EE-64239ED8603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BF994CC-5D7A-4C8C-B1EC-BF2B58DF145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3A56237-E44C-461A-9FD3-6B9E8214FC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3E544F5-70A4-498D-B059-B4E3D09429E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94F9EFF-AC0E-4A3F-9A09-41AADD60BE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FBEBD1C-78A3-4A46-A954-87A8F311B24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779D0B3-AB05-4B4C-BB53-3CD493F444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2CBA251-D701-47D5-BCFD-1000FEB71E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77723AF-24CE-40E6-A197-D883162A87C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DEDDBC9-DC41-4CA8-9479-B9A278AA15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C5D08E-5062-4F94-9697-D13712E9252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E38F9AB-FE32-49AA-8F21-3404802D22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909d0872318494e" /><Relationship Type="http://schemas.openxmlformats.org/officeDocument/2006/relationships/slideLayout" Target="/ppt/slideLayouts/slideLayout1.xml" Id="Racd2d5a8780d4038" /><Relationship Type="http://schemas.openxmlformats.org/officeDocument/2006/relationships/slideLayout" Target="/ppt/slideLayouts/slideLayout2.xml" Id="R456b7b4278bb42f7" /><Relationship Type="http://schemas.openxmlformats.org/officeDocument/2006/relationships/slideLayout" Target="/ppt/slideLayouts/slideLayout3.xml" Id="R1a4501586762480b" /><Relationship Type="http://schemas.openxmlformats.org/officeDocument/2006/relationships/slideLayout" Target="/ppt/slideLayouts/slideLayout4.xml" Id="R2decf46b86ca4068" /><Relationship Type="http://schemas.openxmlformats.org/officeDocument/2006/relationships/slideLayout" Target="/ppt/slideLayouts/slideLayout5.xml" Id="Rec77bea5b1de4b88" /><Relationship Type="http://schemas.openxmlformats.org/officeDocument/2006/relationships/slideLayout" Target="/ppt/slideLayouts/slideLayout6.xml" Id="Ree3d02e7225b4f03" /><Relationship Type="http://schemas.openxmlformats.org/officeDocument/2006/relationships/slideLayout" Target="/ppt/slideLayouts/slideLayout7.xml" Id="R22f54154ac174c61" /><Relationship Type="http://schemas.openxmlformats.org/officeDocument/2006/relationships/slideLayout" Target="/ppt/slideLayouts/slideLayout8.xml" Id="Re666714145d84cea" /><Relationship Type="http://schemas.openxmlformats.org/officeDocument/2006/relationships/slideLayout" Target="/ppt/slideLayouts/slideLayout9.xml" Id="Ra0b41aca3d1b42b9" /><Relationship Type="http://schemas.openxmlformats.org/officeDocument/2006/relationships/slideLayout" Target="/ppt/slideLayouts/slideLayout10.xml" Id="Re22feb9a7ffa4f90" /><Relationship Type="http://schemas.openxmlformats.org/officeDocument/2006/relationships/slideLayout" Target="/ppt/slideLayouts/slideLayout11.xml" Id="R0aa30a9f79ea48b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90A96664-769D-43FE-A539-9D70B11A16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CB52E71-E83F-48E8-8EA3-DBCE8AD664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6D40F7F-A0FC-40C9-9D4A-00CFBA2F55F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7E261E0-431D-4CA3-9DC4-6E891DAC376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7D1776E-1861-4550-B78B-90092D054B8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cd2d5a8780d4038"/>
    <p:sldLayoutId xmlns:r="http://schemas.openxmlformats.org/officeDocument/2006/relationships" id="2147483650" r:id="R456b7b4278bb42f7"/>
    <p:sldLayoutId xmlns:r="http://schemas.openxmlformats.org/officeDocument/2006/relationships" id="2147483651" r:id="R1a4501586762480b"/>
    <p:sldLayoutId xmlns:r="http://schemas.openxmlformats.org/officeDocument/2006/relationships" id="2147483652" r:id="R2decf46b86ca4068"/>
    <p:sldLayoutId xmlns:r="http://schemas.openxmlformats.org/officeDocument/2006/relationships" id="2147483653" r:id="Rec77bea5b1de4b88"/>
    <p:sldLayoutId xmlns:r="http://schemas.openxmlformats.org/officeDocument/2006/relationships" id="2147483654" r:id="Ree3d02e7225b4f03"/>
    <p:sldLayoutId xmlns:r="http://schemas.openxmlformats.org/officeDocument/2006/relationships" id="2147483655" r:id="R22f54154ac174c61"/>
    <p:sldLayoutId xmlns:r="http://schemas.openxmlformats.org/officeDocument/2006/relationships" id="2147483656" r:id="Re666714145d84cea"/>
    <p:sldLayoutId xmlns:r="http://schemas.openxmlformats.org/officeDocument/2006/relationships" id="2147483657" r:id="Ra0b41aca3d1b42b9"/>
    <p:sldLayoutId xmlns:r="http://schemas.openxmlformats.org/officeDocument/2006/relationships" id="2147483658" r:id="Re22feb9a7ffa4f90"/>
    <p:sldLayoutId xmlns:r="http://schemas.openxmlformats.org/officeDocument/2006/relationships" id="2147483659" r:id="R0aa30a9f79ea48b1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a23ad3f35f44f42" /><Relationship Type="http://schemas.openxmlformats.org/officeDocument/2006/relationships/image" Target="/ppt/media/image.png" Id="Rc777b7df96ec475e" /><Relationship Type="http://schemas.openxmlformats.org/officeDocument/2006/relationships/image" Target="/ppt/media/image2.png" Id="R47441897f7db45d0" /><Relationship Type="http://schemas.openxmlformats.org/officeDocument/2006/relationships/notesSlide" Target="/ppt/notesSlides/notesSlide1.xml" Id="R0fe4587e1e074a0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14b2c99fb124460" /><Relationship Type="http://schemas.openxmlformats.org/officeDocument/2006/relationships/image" Target="/ppt/media/image.png" Id="Rc42717f4f34243ba" /><Relationship Type="http://schemas.openxmlformats.org/officeDocument/2006/relationships/notesSlide" Target="/ppt/notesSlides/notesSlide2.xml" Id="Rbf6ac27c64e2496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d58878b76fa47ab" /><Relationship Type="http://schemas.openxmlformats.org/officeDocument/2006/relationships/notesSlide" Target="/ppt/notesSlides/notesSlide3.xml" Id="Recc8e29005924ad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d7a10fc669c434f" /><Relationship Type="http://schemas.openxmlformats.org/officeDocument/2006/relationships/image" Target="/ppt/media/image.png" Id="Rf6b1006898994134" /><Relationship Type="http://schemas.openxmlformats.org/officeDocument/2006/relationships/notesSlide" Target="/ppt/notesSlides/notesSlide4.xml" Id="Re60560738534401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1255fbe11c04f44" /><Relationship Type="http://schemas.openxmlformats.org/officeDocument/2006/relationships/image" Target="/ppt/media/image.png" Id="R9a769f2155c14b20" /><Relationship Type="http://schemas.openxmlformats.org/officeDocument/2006/relationships/notesSlide" Target="/ppt/notesSlides/notesSlide5.xml" Id="Rba1986781889472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95dd9cd63924bcd" /><Relationship Type="http://schemas.openxmlformats.org/officeDocument/2006/relationships/image" Target="/ppt/media/image.png" Id="R1bcf6a6ef2a64818" /><Relationship Type="http://schemas.openxmlformats.org/officeDocument/2006/relationships/notesSlide" Target="/ppt/notesSlides/notesSlide6.xml" Id="R797c3276c0a54af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a41c53a21fb4749" /><Relationship Type="http://schemas.openxmlformats.org/officeDocument/2006/relationships/image" Target="/ppt/media/image.png" Id="R41332a078b384f68" /><Relationship Type="http://schemas.openxmlformats.org/officeDocument/2006/relationships/notesSlide" Target="/ppt/notesSlides/notesSlide7.xml" Id="R705e6b3dbdb5416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5eb5c395b4a4d5e" /><Relationship Type="http://schemas.openxmlformats.org/officeDocument/2006/relationships/image" Target="/ppt/media/image.png" Id="R06bb73a4be0a4783" /><Relationship Type="http://schemas.openxmlformats.org/officeDocument/2006/relationships/notesSlide" Target="/ppt/notesSlides/notesSlide8.xml" Id="R3ff595298e6b439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53375c5f2874b44" /><Relationship Type="http://schemas.openxmlformats.org/officeDocument/2006/relationships/image" Target="/ppt/media/image.png" Id="R17534de9339f4c02" /><Relationship Type="http://schemas.openxmlformats.org/officeDocument/2006/relationships/notesSlide" Target="/ppt/notesSlides/notesSlide9.xml" Id="Re39d8adb73684a0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1cd0115b0214270" /><Relationship Type="http://schemas.openxmlformats.org/officeDocument/2006/relationships/image" Target="/ppt/media/image.png" Id="R88d9e12cf05642e2" /><Relationship Type="http://schemas.openxmlformats.org/officeDocument/2006/relationships/notesSlide" Target="/ppt/notesSlides/notesSlide10.xml" Id="Rdced14cc80694bf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ed7abc781044d50" /><Relationship Type="http://schemas.openxmlformats.org/officeDocument/2006/relationships/image" Target="/ppt/media/image.png" Id="Rdf1ddeb258854a53" /><Relationship Type="http://schemas.openxmlformats.org/officeDocument/2006/relationships/notesSlide" Target="/ppt/notesSlides/notesSlide11.xml" Id="R4f74cdd17f754a3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f7af746ed77434d" /><Relationship Type="http://schemas.openxmlformats.org/officeDocument/2006/relationships/notesSlide" Target="/ppt/notesSlides/notesSlide12.xml" Id="Rc1fe683084c1497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5dac9fbb88e4041" /><Relationship Type="http://schemas.openxmlformats.org/officeDocument/2006/relationships/image" Target="/ppt/media/image.png" Id="R4430093a2d184784" /><Relationship Type="http://schemas.openxmlformats.org/officeDocument/2006/relationships/notesSlide" Target="/ppt/notesSlides/notesSlide13.xml" Id="R75f69458ec404d0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6eae901778d4052" /><Relationship Type="http://schemas.openxmlformats.org/officeDocument/2006/relationships/image" Target="/ppt/media/image.png" Id="R38a0f9db866b45cf" /><Relationship Type="http://schemas.openxmlformats.org/officeDocument/2006/relationships/notesSlide" Target="/ppt/notesSlides/notesSlide14.xml" Id="R8ee759be7ea74b8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83d557b9256456f" /><Relationship Type="http://schemas.openxmlformats.org/officeDocument/2006/relationships/image" Target="/ppt/media/image.png" Id="R2e2060f6e9f348c9" /><Relationship Type="http://schemas.openxmlformats.org/officeDocument/2006/relationships/notesSlide" Target="/ppt/notesSlides/notesSlide15.xml" Id="R87fdb3aaec7f458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f1a6b4d83b34c98" /><Relationship Type="http://schemas.openxmlformats.org/officeDocument/2006/relationships/image" Target="/ppt/media/image.png" Id="Re61a0a2c6fff4038" /><Relationship Type="http://schemas.openxmlformats.org/officeDocument/2006/relationships/notesSlide" Target="/ppt/notesSlides/notesSlide16.xml" Id="R54ca1fd8f637456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748602c84a9432a" /><Relationship Type="http://schemas.openxmlformats.org/officeDocument/2006/relationships/image" Target="/ppt/media/image.png" Id="Rd88b42b157144ee1" /><Relationship Type="http://schemas.openxmlformats.org/officeDocument/2006/relationships/notesSlide" Target="/ppt/notesSlides/notesSlide17.xml" Id="Rfe7f169ceb53466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73fe036182248db" /><Relationship Type="http://schemas.openxmlformats.org/officeDocument/2006/relationships/image" Target="/ppt/media/image.png" Id="R75e169c616e04c57" /><Relationship Type="http://schemas.openxmlformats.org/officeDocument/2006/relationships/notesSlide" Target="/ppt/notesSlides/notesSlide18.xml" Id="Rde4ccc9e0b67472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ed1a05ac31b4d76" /><Relationship Type="http://schemas.openxmlformats.org/officeDocument/2006/relationships/image" Target="/ppt/media/image.png" Id="R528301df405e4d1b" /><Relationship Type="http://schemas.openxmlformats.org/officeDocument/2006/relationships/notesSlide" Target="/ppt/notesSlides/notesSlide19.xml" Id="R1d1d158cbb1245e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f75f3f6242e4f28" /><Relationship Type="http://schemas.openxmlformats.org/officeDocument/2006/relationships/image" Target="/ppt/media/image.png" Id="Rfe6ac66683904444" /><Relationship Type="http://schemas.openxmlformats.org/officeDocument/2006/relationships/notesSlide" Target="/ppt/notesSlides/notesSlide20.xml" Id="Rb0087b5bcef3498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aa49eeb97bb49e8" /><Relationship Type="http://schemas.openxmlformats.org/officeDocument/2006/relationships/image" Target="/ppt/media/image.png" Id="R02b3a09ac2c24198" /><Relationship Type="http://schemas.openxmlformats.org/officeDocument/2006/relationships/notesSlide" Target="/ppt/notesSlides/notesSlide21.xml" Id="R77f4e41d35f3406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861feeb44a04db1" /><Relationship Type="http://schemas.openxmlformats.org/officeDocument/2006/relationships/notesSlide" Target="/ppt/notesSlides/notesSlide22.xml" Id="R67b36d90da5b4e7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4350f937d0944af" /><Relationship Type="http://schemas.openxmlformats.org/officeDocument/2006/relationships/image" Target="/ppt/media/image.png" Id="R4a709f66953c455a" /><Relationship Type="http://schemas.openxmlformats.org/officeDocument/2006/relationships/notesSlide" Target="/ppt/notesSlides/notesSlide23.xml" Id="R9f64d71359fe440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bf98ef2798b42e2" /><Relationship Type="http://schemas.openxmlformats.org/officeDocument/2006/relationships/image" Target="/ppt/media/image.png" Id="R6bb2c00ef82549fb" /><Relationship Type="http://schemas.openxmlformats.org/officeDocument/2006/relationships/notesSlide" Target="/ppt/notesSlides/notesSlide24.xml" Id="Rd22de2e91e85433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7b8cdb04c644879" /><Relationship Type="http://schemas.openxmlformats.org/officeDocument/2006/relationships/image" Target="/ppt/media/image.png" Id="R274fbd8de1dd46d6" /><Relationship Type="http://schemas.openxmlformats.org/officeDocument/2006/relationships/notesSlide" Target="/ppt/notesSlides/notesSlide25.xml" Id="R03033168bb5b46d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a293331c04b4084" /><Relationship Type="http://schemas.openxmlformats.org/officeDocument/2006/relationships/image" Target="/ppt/media/image.png" Id="Re365fb45c8394908" /><Relationship Type="http://schemas.openxmlformats.org/officeDocument/2006/relationships/notesSlide" Target="/ppt/notesSlides/notesSlide26.xml" Id="R7c6de8092da3450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19f169ea6834325" /><Relationship Type="http://schemas.openxmlformats.org/officeDocument/2006/relationships/image" Target="/ppt/media/image.png" Id="R5626466b363f4ea9" /><Relationship Type="http://schemas.openxmlformats.org/officeDocument/2006/relationships/notesSlide" Target="/ppt/notesSlides/notesSlide27.xml" Id="R20964d3b1f794a7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bb06cf17b3a4988" /><Relationship Type="http://schemas.openxmlformats.org/officeDocument/2006/relationships/image" Target="/ppt/media/image.png" Id="R333a37e7d37e43f9" /><Relationship Type="http://schemas.openxmlformats.org/officeDocument/2006/relationships/notesSlide" Target="/ppt/notesSlides/notesSlide28.xml" Id="R45219ed197d0408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286a6ab21364472" /><Relationship Type="http://schemas.openxmlformats.org/officeDocument/2006/relationships/image" Target="/ppt/media/image.png" Id="R45c871a5bc2a46a8" /><Relationship Type="http://schemas.openxmlformats.org/officeDocument/2006/relationships/notesSlide" Target="/ppt/notesSlides/notesSlide29.xml" Id="R7376e9919e01452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130446890944778" /><Relationship Type="http://schemas.openxmlformats.org/officeDocument/2006/relationships/notesSlide" Target="/ppt/notesSlides/notesSlide30.xml" Id="R40b8c9bd67824a3b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f318e9a8e1d4563" /><Relationship Type="http://schemas.openxmlformats.org/officeDocument/2006/relationships/image" Target="/ppt/media/image.png" Id="R04bd8339e68d45ca" /><Relationship Type="http://schemas.openxmlformats.org/officeDocument/2006/relationships/notesSlide" Target="/ppt/notesSlides/notesSlide31.xml" Id="Rf1444e382db14638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aa800fff55e416d" /><Relationship Type="http://schemas.openxmlformats.org/officeDocument/2006/relationships/image" Target="/ppt/media/image.png" Id="R51810d62421345e2" /><Relationship Type="http://schemas.openxmlformats.org/officeDocument/2006/relationships/notesSlide" Target="/ppt/notesSlides/notesSlide32.xml" Id="R282dddfe8f004e71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1ce16f48ee348e5" /><Relationship Type="http://schemas.openxmlformats.org/officeDocument/2006/relationships/image" Target="/ppt/media/image.png" Id="Rca67624fc08f44b7" /><Relationship Type="http://schemas.openxmlformats.org/officeDocument/2006/relationships/notesSlide" Target="/ppt/notesSlides/notesSlide33.xml" Id="R7c80e409b00f463c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2ab391372cf4813" /><Relationship Type="http://schemas.openxmlformats.org/officeDocument/2006/relationships/image" Target="/ppt/media/image.png" Id="R227da731e5aa440b" /><Relationship Type="http://schemas.openxmlformats.org/officeDocument/2006/relationships/notesSlide" Target="/ppt/notesSlides/notesSlide34.xml" Id="Re11c2e99ccee42d2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1118c72c5784b3e" /><Relationship Type="http://schemas.openxmlformats.org/officeDocument/2006/relationships/image" Target="/ppt/media/image.png" Id="R57c96eb077de4f23" /><Relationship Type="http://schemas.openxmlformats.org/officeDocument/2006/relationships/notesSlide" Target="/ppt/notesSlides/notesSlide35.xml" Id="R1563145352dd45a6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4e8b3772e64477e" /><Relationship Type="http://schemas.openxmlformats.org/officeDocument/2006/relationships/notesSlide" Target="/ppt/notesSlides/notesSlide36.xml" Id="Rea6464f8deb3456b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4372bf6da5940ab" /><Relationship Type="http://schemas.openxmlformats.org/officeDocument/2006/relationships/image" Target="/ppt/media/image.png" Id="R9d1ed80008ad43d3" /><Relationship Type="http://schemas.openxmlformats.org/officeDocument/2006/relationships/notesSlide" Target="/ppt/notesSlides/notesSlide37.xml" Id="R09695924f5184763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5245e8b0f0649e7" /><Relationship Type="http://schemas.openxmlformats.org/officeDocument/2006/relationships/image" Target="/ppt/media/image.png" Id="R471fd59d30c044c0" /><Relationship Type="http://schemas.openxmlformats.org/officeDocument/2006/relationships/notesSlide" Target="/ppt/notesSlides/notesSlide38.xml" Id="R2f7785064e8241c5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d507f5e78f94785" /><Relationship Type="http://schemas.openxmlformats.org/officeDocument/2006/relationships/image" Target="/ppt/media/image.png" Id="R3d4ace7a52e343e0" /><Relationship Type="http://schemas.openxmlformats.org/officeDocument/2006/relationships/notesSlide" Target="/ppt/notesSlides/notesSlide39.xml" Id="R98656284e05843a3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560731a0bbc4b64" /><Relationship Type="http://schemas.openxmlformats.org/officeDocument/2006/relationships/notesSlide" Target="/ppt/notesSlides/notesSlide40.xml" Id="Rbe92bf8b464f4c2e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753c42be5f74638" /><Relationship Type="http://schemas.openxmlformats.org/officeDocument/2006/relationships/image" Target="/ppt/media/image.png" Id="Rc8191dd7318d4e0c" /><Relationship Type="http://schemas.openxmlformats.org/officeDocument/2006/relationships/notesSlide" Target="/ppt/notesSlides/notesSlide41.xml" Id="R13aa0e44a7534f81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6683e8f97364580" /><Relationship Type="http://schemas.openxmlformats.org/officeDocument/2006/relationships/image" Target="/ppt/media/image.png" Id="Rc46de4650448476d" /><Relationship Type="http://schemas.openxmlformats.org/officeDocument/2006/relationships/notesSlide" Target="/ppt/notesSlides/notesSlide42.xml" Id="R62c814b32fd64960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3d521604f074123" /><Relationship Type="http://schemas.openxmlformats.org/officeDocument/2006/relationships/image" Target="/ppt/media/image.png" Id="R2eb68530fcc54843" /><Relationship Type="http://schemas.openxmlformats.org/officeDocument/2006/relationships/notesSlide" Target="/ppt/notesSlides/notesSlide43.xml" Id="R70eb743f4b114adc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d1e8e2fa42c484e" /><Relationship Type="http://schemas.openxmlformats.org/officeDocument/2006/relationships/image" Target="/ppt/media/image.png" Id="R4447959223da4261" /><Relationship Type="http://schemas.openxmlformats.org/officeDocument/2006/relationships/notesSlide" Target="/ppt/notesSlides/notesSlide44.xml" Id="Rc071b10688f94bda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872ce30e6784984" /><Relationship Type="http://schemas.openxmlformats.org/officeDocument/2006/relationships/image" Target="/ppt/media/image.png" Id="R9640ad98095c462f" /><Relationship Type="http://schemas.openxmlformats.org/officeDocument/2006/relationships/notesSlide" Target="/ppt/notesSlides/notesSlide45.xml" Id="Rf32ffd238fc5457d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830835089ac43ea" /><Relationship Type="http://schemas.openxmlformats.org/officeDocument/2006/relationships/notesSlide" Target="/ppt/notesSlides/notesSlide46.xml" Id="Rd5e8f05acdf64986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2d18bfa39ec496c" /><Relationship Type="http://schemas.openxmlformats.org/officeDocument/2006/relationships/image" Target="/ppt/media/image.png" Id="R3c0d0dafefa84a5a" /><Relationship Type="http://schemas.openxmlformats.org/officeDocument/2006/relationships/image" Target="/ppt/media/image2.png" Id="Rd9ddb3a649a8440a" /><Relationship Type="http://schemas.openxmlformats.org/officeDocument/2006/relationships/notesSlide" Target="/ppt/notesSlides/notesSlide47.xml" Id="R9513acc33924499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77b7df96ec47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B22F1DD-B01C-4EE6-B9BC-77E8C4EE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D52A8FE-ABD1-4546-BCE1-D5D9D270F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731000"/>
            <a:ext cx="406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EC2EFD9-3F6E-4F8F-A81F-34D5634AA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1200" y="6731000"/>
            <a:ext cx="152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2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441897f7db45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0" y="0"/>
            <a:ext cx="5715000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0601954-6912-42DC-ACD8-7974FC8EE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197600"/>
            <a:ext cx="2413000" cy="40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09278CA-9660-4885-969F-2A8A77276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197600"/>
            <a:ext cx="2413000" cy="40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BIM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58E4652-0B64-491E-A04A-7E9939E2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651000"/>
            <a:ext cx="5588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Curso Especializado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E225120-C55B-4D38-8D97-1D119F50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968500"/>
            <a:ext cx="5588000" cy="1072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0B1220"/>
                </a:solidFill>
                <a:latin typeface="Arial"/>
                <a:ea typeface="Arial"/>
                <a:cs typeface="Arial"/>
              </a:rPr>
              <a:t>Auditoría y Control de Calidad BIM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85EF6A1-829C-4A71-865B-594A8BC05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857500"/>
            <a:ext cx="5588000" cy="350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00"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Curso BIM — Sesión 6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4078A6-D926-407F-8F98-40B7DC781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175000"/>
            <a:ext cx="5207000" cy="8321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Diferencias entre modelos, indicadores de cumplimiento, riesgos técnicos, informe de revisión, matriz de observaciones y automatización de auditorías.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3B3CCFF-7677-4D7A-BF0B-3320CD04D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873500"/>
            <a:ext cx="5207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Ing. Manuel Bencomo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3BDD02E0-1519-4720-9193-755A8015A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A8A81803-A08C-45F8-84A8-91EFC8F15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DA7DC52-6723-4093-B7A3-9ED6E89EC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AE8D96B-6657-47A4-9381-F2E3164AA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01 / 47</a:t>
            </a:r>
          </a:p>
        </p:txBody>
      </p:sp>
    </p:spTree>
    <p:extLst>
      <p:ext uri="{BB962C8B-B14F-4D97-AF65-F5344CB8AC3E}">
        <p14:creationId xmlns:p14="http://schemas.microsoft.com/office/powerpoint/2010/main" val="75494901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2717f4f34243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75E2882-9FF7-413A-B917-A2282763F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46821E2-DA12-4C4C-B3CB-87BD55AC0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AGENDA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180A471-25E6-45C6-9B78-487D89DB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1379200" cy="56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Agenda de la sesión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D4252A0-9481-431C-B7BF-4217AF164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032000"/>
            <a:ext cx="508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4472BDF-F230-4C21-BA74-3C938E74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2032000"/>
            <a:ext cx="10160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Marco normativo: ISO 19650 y Plan BIM Perú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CF1F91C-E124-4CE6-A4A8-4878DB89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31140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7B4540D-EF28-496F-ABB2-523EF4FEF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463800"/>
            <a:ext cx="508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C6207EB-DD12-49A8-8688-C01FAE18C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2463800"/>
            <a:ext cx="10160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Diferencias entre modelos BIM (Diseño / Construcción / O&amp;M)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FF96F1E-FD1E-4741-92AA-B431B23C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74320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AD13AC2-B2FB-411A-95F9-116E603E9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895600"/>
            <a:ext cx="508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780498B-487D-490E-BD57-E093C8824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2895600"/>
            <a:ext cx="10160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Indicadores BIM de cumplimiento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DCF37DD-6332-4957-97DA-827510F9B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17500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E427E87-ED22-433D-8C84-9E6E97D22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327400"/>
            <a:ext cx="508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8C09EF2-7DA6-4E5A-B19F-597FC677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3327400"/>
            <a:ext cx="10160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Identificación de riesgos técnicos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E5A02490-91B2-49E1-8450-A4E3A0021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60680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F5CF88F-6308-4CBC-864A-F4A6E9A07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759200"/>
            <a:ext cx="508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C279E34-DACE-4F4B-AEB5-2F631CB95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3759200"/>
            <a:ext cx="10160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Matriz de observaciones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D6B3BE64-C9E5-4389-9A2F-0F9AD49F3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403860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2F1F286D-09F8-4F49-85B2-DED9B2EED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4191000"/>
            <a:ext cx="508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98C1950-228C-4AD3-8F1B-569061DD1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4191000"/>
            <a:ext cx="10160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Automatización de auditorías BIM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9792B418-32CD-4566-B666-87A01D7FD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447040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6352713F-D42F-41C9-AAB1-3096CC1F0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265D9529-EAB1-4F6B-B355-4AD0EAC64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BF9D5E02-8876-4F0E-BB89-6DAE3CA0C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749D84C4-D4B0-4012-B2D7-C06069375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02 / 47</a:t>
            </a:r>
          </a:p>
        </p:txBody>
      </p:sp>
    </p:spTree>
    <p:extLst>
      <p:ext uri="{BB962C8B-B14F-4D97-AF65-F5344CB8AC3E}">
        <p14:creationId xmlns:p14="http://schemas.microsoft.com/office/powerpoint/2010/main" val="42301896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3A42E2A-835F-4AFA-9E9F-E9E724C23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8FD678E-03A9-4A64-A783-94391D03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905000"/>
            <a:ext cx="11379200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F589D72-10FC-4CB4-A364-882394F23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921000"/>
            <a:ext cx="9525000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00"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Contexto y marco normativo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45694DD-5F0B-4CBF-8D92-E66611D03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683000"/>
            <a:ext cx="825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C9D6E4"/>
                </a:solidFill>
                <a:latin typeface="Arial"/>
                <a:ea typeface="Arial"/>
                <a:cs typeface="Arial"/>
              </a:rPr>
              <a:t>Por qué auditar y controlar la calidad de los modelos BIM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84A17FA-6092-4591-B67E-0EC995EAA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502400"/>
            <a:ext cx="1137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83863143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b10068989941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D830749-3932-40E1-BB28-C3671899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C0FA028-559E-4030-9C95-6190E18FF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CONTEXTO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C0257B7-CF60-4ADA-A654-26879221F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Por qué controlar la calidad en BIM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5DB1AE9-F26E-4C82-A032-52D64CE42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Un modelo con errores se propaga a presupuestos, cronogramas y obra: el costo de corregir crece cada fase.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La auditoría convierte el control de calidad de un juicio subjetivo en un proceso repetible y medible.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El control de calidad no es solo geometría: incluye la información asociada al elemento (LOI) y su trazabilidad.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Un buen control de calidad reduce RFI, interferencias en obra y sobrecostos.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A5B7214-4391-4E5C-9436-EDF4F9CE5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07B5D96-D3EA-422A-9906-2B512BE7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2E1FDB4-8F6D-4AC4-B34C-7413EAAC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F99BB03-AD0C-4058-9CDA-928AA7003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04 / 47</a:t>
            </a:r>
          </a:p>
        </p:txBody>
      </p:sp>
    </p:spTree>
    <p:extLst>
      <p:ext uri="{BB962C8B-B14F-4D97-AF65-F5344CB8AC3E}">
        <p14:creationId xmlns:p14="http://schemas.microsoft.com/office/powerpoint/2010/main" val="52573732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769f2155c14b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6206723-C76F-4F42-A658-D9E1F1A9D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3BC477B-DD84-4CA0-ABAC-FDC28EE96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MARCO NORMATIVO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6236909-2F43-44C3-A03B-F00D7985F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ISO 19650: estructura general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242CCFA-7E99-43C1-9B4E-7E66F0627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Familia de normas internacionales para la gestión de la información con metodología BIM a lo largo del ciclo de vida del activo.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Sustituye y ordena prácticas previas (BS 1192, PAS 1192) bajo un estándar único, adoptable por cualquier país u organización.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Distingue dos macro-fases: la fase de desarrollo (diseño y construcción) y la fase de operación del activo.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Introduce el Entorno Común de Datos (CDE) como espacio único de gestión de la información del proyecto.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CCA857E-7CA1-4AF4-847C-73BD4C3BB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258019E-936F-4B1C-8292-52D24D02F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FB0B29B-7E1A-449C-A095-E85E32EA5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2C27E1F-5D16-420E-8001-0895BC88E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05 / 47</a:t>
            </a:r>
          </a:p>
        </p:txBody>
      </p:sp>
    </p:spTree>
    <p:extLst>
      <p:ext uri="{BB962C8B-B14F-4D97-AF65-F5344CB8AC3E}">
        <p14:creationId xmlns:p14="http://schemas.microsoft.com/office/powerpoint/2010/main" val="169910594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cf6a6ef2a648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95E95DA-8917-4C71-8532-54398CB73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3410212-C298-45DC-9E8A-BCD66872A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MARCO NORMATIVO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821ECC0-178C-4769-A9C4-C35347F7C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6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Las cinco partes de ISO 19650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3429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4800"/>
                <a:gridCol w="853440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Contenido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ISO 19650-1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Conceptos y principios generales de la gestión de información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ISO 19650-2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Procesos durante la fase de desarrollo del activo (diseño y construcción)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ISO 19650-3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Gestión de la información en la fase operativa del activo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ISO 19650-4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Intercambio de información en entornos BIM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ISO 19650-5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Enfoque de seguridad para la gestión de la información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C9E38F6-6FEF-4564-A5DC-B21BD3262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9BD1610-AAED-4D93-B177-E334D66E6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C5CEC1C-8DCE-4713-A3C4-FD348252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4259919-4C26-4937-B741-A877B48D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06 / 47</a:t>
            </a:r>
          </a:p>
        </p:txBody>
      </p:sp>
    </p:spTree>
    <p:extLst>
      <p:ext uri="{BB962C8B-B14F-4D97-AF65-F5344CB8AC3E}">
        <p14:creationId xmlns:p14="http://schemas.microsoft.com/office/powerpoint/2010/main" val="121881021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332a078b384f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3F4F11A-1EA8-4E82-AC1A-4B97D377A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6E4A98D-8628-4E96-AEE2-A9F8F39A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MARCO NORMATIVO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2FDC7C8-9C1D-4735-97FB-A45A3186F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60500"/>
            <a:ext cx="11379200" cy="536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Estados del Entorno Común de Datos (CDE)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74AE7CA-BBF1-48E5-B78E-1B0DE46CA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3048000"/>
            <a:ext cx="2413000" cy="1397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A2FD26A-DCE3-442A-9342-89E968B24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3492500"/>
            <a:ext cx="2159000" cy="31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Trabajo en curso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BD3CE06-6F42-4274-8EA0-47AD432FD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3848100"/>
            <a:ext cx="2159000" cy="469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Documentos internos, sin aprobar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94C5C50-0E30-4FA7-AC29-A8F8F9C27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9600" y="3594100"/>
            <a:ext cx="3556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D390D2A-77AF-4DE1-9826-625F4AE3F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048000"/>
            <a:ext cx="2413000" cy="1397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C884528-71C4-41AE-B50D-21B674100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2200" y="3492500"/>
            <a:ext cx="2159000" cy="31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Compartido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00F14A0-61FC-40B0-9ED8-ECB231A4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2200" y="3848100"/>
            <a:ext cx="2159000" cy="469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Información revisada y accesible al equipo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E041868-70BC-4628-9871-3BFF25759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8200" y="3594100"/>
            <a:ext cx="3556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0FDE06C-4802-4E75-9693-464DCAA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3800" y="3048000"/>
            <a:ext cx="2413000" cy="1397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4852DDA-D08B-4A6E-BF23-65A95024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92500"/>
            <a:ext cx="2159000" cy="31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Publicado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91346BD-5ADE-4759-9363-F337472C5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48100"/>
            <a:ext cx="2159000" cy="469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Información autorizada para uso activo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6BC7127-DA67-42BC-B502-C5A1FDA07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594100"/>
            <a:ext cx="3556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340FB68-81E7-4443-9D16-04F8AB9DA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2400" y="3048000"/>
            <a:ext cx="2413000" cy="1397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FEECEFA-6BDD-4DB3-86A3-8F5A89C82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400" y="3492500"/>
            <a:ext cx="2159000" cy="31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Archivado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036A7FB-C45B-4ACE-B19B-ACA4E4F74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400" y="3848100"/>
            <a:ext cx="215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Registro final del proyecto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203274CD-5F63-4626-B22E-82CD5BB8A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AFDD0CAA-DF9C-42CD-AA31-777B2B711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17D1B370-8092-4ABC-AA61-893E43B8F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64F1B63-D642-4F2E-9DC9-DCF46345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07 / 47</a:t>
            </a:r>
          </a:p>
        </p:txBody>
      </p:sp>
    </p:spTree>
    <p:extLst>
      <p:ext uri="{BB962C8B-B14F-4D97-AF65-F5344CB8AC3E}">
        <p14:creationId xmlns:p14="http://schemas.microsoft.com/office/powerpoint/2010/main" val="19522516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bb73a4be0a47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046B1BA-6259-4BDF-A4C3-0B3E8BAC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A69281E-1A0D-48FA-82F0-A29D0827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MARCO NORMATIVO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18B448E-DC88-4A87-8B79-E0E795829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EIR y BEP: quién exige, quién entrega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84E845AA-A48E-45B3-8C2F-B7F37C1F7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5600700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FAB20C2-CC49-40A0-90BD-7B03F199B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336800"/>
            <a:ext cx="5245100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7D6C49D-68C5-4F39-974D-154059367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654300"/>
            <a:ext cx="5245100" cy="701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00"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EIR — Exchange Information Requirements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6F9CDD8-FD76-4DE5-8D96-599E9E8B7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3149600"/>
            <a:ext cx="5245100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Los define el cliente/promotor.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Especifican qué información necesita recibir.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Son la referencia contra la que se audita el cumplimiento.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EB3A078-C5DE-4CAD-BF45-CE8B6EA7E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4900" y="2159000"/>
            <a:ext cx="5600700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5DE6AD0-7634-46B1-894F-C48F074B3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36800"/>
            <a:ext cx="5245100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EA1478B-E7F9-4CD2-AF95-E96AEDC78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54300"/>
            <a:ext cx="5245100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00"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BEP — BIM Execution Plan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32BEBFB-BCE6-4761-8EB8-AB069801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149600"/>
            <a:ext cx="5245100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Lo elabora el equipo del proyecto.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Detalla cómo se gestionará y entregará esa información.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Incluye LOD/LOI objetivo, roles y flujo de revisión.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7A862F3C-8684-420F-80C3-947E25352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23372F3-4508-4CEC-A8CD-52EC03A6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B44F395-284E-4165-8B64-C0D329E2B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F81CB55-D3D2-41EB-8769-4555DBFEA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08 / 47</a:t>
            </a:r>
          </a:p>
        </p:txBody>
      </p:sp>
    </p:spTree>
    <p:extLst>
      <p:ext uri="{BB962C8B-B14F-4D97-AF65-F5344CB8AC3E}">
        <p14:creationId xmlns:p14="http://schemas.microsoft.com/office/powerpoint/2010/main" val="24085724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534de9339f4c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4EECA80-5C6E-4517-BE45-9D89C8BE8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69428ED-3D70-425D-97FB-04E11DE9C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CONTEXTO NACIONAL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12E02BD-4C39-41BF-B5DE-C6B292D26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Plan BIM Perú: el marco local sobre ISO 19650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8981F0C4-7D3B-4A76-80A1-1B0F6279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5600700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885A145-6267-4AFB-B6BD-F96C0B54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336800"/>
            <a:ext cx="5245100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401DBEE-79FC-4239-835C-270255A2F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654300"/>
            <a:ext cx="5245100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00"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Base normativa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FBE6D85-7B62-4B8A-ADA6-F74D2C259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3149600"/>
            <a:ext cx="5245100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DS N.° 237-2019-EF aprueba el Plan Nacional de Competitividad y Productividad, con la Medida de Política 1.2: adopción progresiva de BIM.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DS N.° 289-2019-EF aprueba disposiciones específicas para incorporar BIM en la inversión pública, modificado por el DS N.° 108-2021-EF.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0C43B97-222E-41BE-A9F8-CABDBF06D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4900" y="2159000"/>
            <a:ext cx="5600700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1548632-4491-4E74-BFCD-FD9F68FD3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36800"/>
            <a:ext cx="5245100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54A85F0-6DDE-43DB-9E30-F0D48B9C9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54300"/>
            <a:ext cx="5245100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00"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Gobernanza y alcance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EF22490-D2EE-41B3-8707-2DEA5DB5A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149600"/>
            <a:ext cx="5245100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Lo lidera el MEF a través de la PMO BIM Perú (Dirección General de Programación Multianual de Inversiones).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Aplica a entidades de los tres niveles de gobierno sujetas al Sistema Invierte.pe.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4 líneas estratégicas: liderazgo público, marco colaborativo, fortalecimiento de capacidades, difusión de la visión.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8EFAA7D-2502-4367-9881-453B7BF6D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CCE8AA2-0985-4EE8-A9A1-550310B86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E8D3B56-FC8E-47E4-A28C-BD53F850F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E6F1478-F966-4001-9640-C8E8351D1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09 / 47</a:t>
            </a:r>
          </a:p>
        </p:txBody>
      </p:sp>
    </p:spTree>
    <p:extLst>
      <p:ext uri="{BB962C8B-B14F-4D97-AF65-F5344CB8AC3E}">
        <p14:creationId xmlns:p14="http://schemas.microsoft.com/office/powerpoint/2010/main" val="13104410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d9e12cf05642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A6F7415-51F1-4F63-9349-1220C31A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6931FBD-E16F-4FA7-B1B9-16E6916B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CONTEXTO NACIONAL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D5DB291-289C-4BDB-BE19-1F89AF78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1072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Hoja de ruta del Plan BIM Perú (Plan Nacional de Competitividad y Productividad 2024-2030)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171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3760"/>
                <a:gridCol w="796544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Horizonte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Meta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 julio 2025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BIM aplicado en proyectos de gobierno nacional y regional; marco normativo aprobado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 julio 2030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BIM obligatorio en gobierno nacional y regional; implementación en gobierno local; plataforma tecnológica operativa; currícula BIM en educación superior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71F3A61-31C5-4466-8582-F6AC33B6E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B5A6D8C-5FB7-432D-8D41-1DADFBD5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9949AE3-1251-4372-8220-F5CB7A401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6D2EB2B-3A5E-4FBC-9C85-D0FE76196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10 / 47</a:t>
            </a:r>
          </a:p>
        </p:txBody>
      </p:sp>
    </p:spTree>
    <p:extLst>
      <p:ext uri="{BB962C8B-B14F-4D97-AF65-F5344CB8AC3E}">
        <p14:creationId xmlns:p14="http://schemas.microsoft.com/office/powerpoint/2010/main" val="84657803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1ddeb258854a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08BF1A0-5C7B-481D-9EE4-9F2F90B9C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B3D22CD-DA49-4FCF-92F8-F08868D0E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EJEMPLO APLICADO — SISTEMA DE DRENAJE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16C97F9-A602-4B93-A6FC-EB4EB1E93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EIR y BEP para un sistema de drenaje pluvial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7A6D0D1-7A17-4762-8327-7B223D80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El cliente (EIR) exige el modelo con pendientes de tubería, diámetros, cotas de invert y capacidad hidráulica verificable.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El BEP del proyecto fija LOD 300 para el diseño conceptual y LOD 350-400 para la red antes de construcción.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Si el proyecto es una inversión pública sujeta a Invierte.pe, el Plan BIM Perú exige este mismo par EIR/BEP.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DD46A11-65B4-4670-A2DD-AFD2FB90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096000"/>
            <a:ext cx="11379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Ejemplo transversal de la sesión: sistema de drenaje pluvial.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9FCC30F-D794-4960-9FF1-D25A38882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8C79B14-B1DB-4988-9BA0-645A49B07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DA88860-FB05-4DD7-A66B-B43887D8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3C7C3F6-D16D-4711-8E34-EAD4BA6E6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11 / 47</a:t>
            </a:r>
          </a:p>
        </p:txBody>
      </p:sp>
    </p:spTree>
    <p:extLst>
      <p:ext uri="{BB962C8B-B14F-4D97-AF65-F5344CB8AC3E}">
        <p14:creationId xmlns:p14="http://schemas.microsoft.com/office/powerpoint/2010/main" val="92168013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2939DA8-89F4-4A51-B327-34C7752D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51E9DD1-5860-462F-B42B-4B1C97E2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905000"/>
            <a:ext cx="11379200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BAD2218-FD87-4BB1-A955-0ACFB9D23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921000"/>
            <a:ext cx="9525000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00"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Diferencias entre modelos BIM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302CA8B-6FE1-437F-B269-7F25A021A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683000"/>
            <a:ext cx="825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C9D6E4"/>
                </a:solidFill>
                <a:latin typeface="Arial"/>
                <a:ea typeface="Arial"/>
                <a:cs typeface="Arial"/>
              </a:rPr>
              <a:t>Diseño, Construcción y Operación &amp; Mantenimiento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4C6D78B-A4EB-4565-951F-B3FFCF362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502400"/>
            <a:ext cx="1137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92893514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30093a2d1847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B9D895B-A2C6-4895-A92B-E4AF735FA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097CA37-D4DB-4E8B-8726-98D9A9560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CONCEPTOS CLAVE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3C33E5A-FB7B-4BEA-A4FD-04530610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LOD, LOI y LOIN: tres preguntas distintas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840B5D6D-A258-4BAB-897E-10CBBD2C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3674533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020DE5F-AC1B-4B6C-81FA-5EEEB2133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336800"/>
            <a:ext cx="3318933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ABBBC5E-92BF-414C-82C5-EC900ED3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654300"/>
            <a:ext cx="3318933" cy="701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00"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LOD — Level of Development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E293E6A-8880-44E3-9F72-2CE446C3F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3149600"/>
            <a:ext cx="3318933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Nivel de desarrollo geométrico.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De representación conceptual a definición constructiva precisa.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5DC800B-4200-4941-88B6-A0D301D73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8733" y="2159000"/>
            <a:ext cx="3674533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634731B-30C6-40A8-968D-A4C99E6A8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33" y="2336800"/>
            <a:ext cx="3318933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4738720-502B-4764-A788-23E5D5BF1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33" y="2654300"/>
            <a:ext cx="3318933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00"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LOI — Level of Information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D7BBA84-F38A-424F-90B2-994664FF3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33" y="3149600"/>
            <a:ext cx="3318933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Información no geométrica del elemento.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Materiales, costos, propiedades técnicas, datos de mantenimiento.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635A2E88-1206-4FFC-BE61-3FE5275B3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1067" y="2159000"/>
            <a:ext cx="3674533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9460D5F-0C09-4ACF-85A6-59A6A540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867" y="2336800"/>
            <a:ext cx="3318933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BF515E1-9D83-42D2-BF98-79E50FD69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867" y="2654300"/>
            <a:ext cx="3318933" cy="701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00"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LOIN — Level of Information Need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3556E86-441C-4EB8-958E-A5969FD0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867" y="3149600"/>
            <a:ext cx="3318933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Estándar ISO 19650.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Pregunta qué información es realmente necesaria, no solo cuánta.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8878CC91-4BC3-4854-BAFC-323D78686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50F6C47A-FB3D-40B3-B67C-5B5A6A700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BF764F35-52DE-488D-95F5-AB3402BB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D5D85300-BB13-483E-B767-C56E9760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13 / 47</a:t>
            </a:r>
          </a:p>
        </p:txBody>
      </p:sp>
    </p:spTree>
    <p:extLst>
      <p:ext uri="{BB962C8B-B14F-4D97-AF65-F5344CB8AC3E}">
        <p14:creationId xmlns:p14="http://schemas.microsoft.com/office/powerpoint/2010/main" val="148346706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a0f9db866b45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9675902-F25C-45DE-95CF-ABEBD0098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6829C67-607C-4770-B90A-94E7A3A4A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CONCEPTOS CLAVE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F833A45-FDB2-496D-9A47-C75786020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6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LOD vs. LOI vs. LOIN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2286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840"/>
                <a:gridCol w="4551680"/>
                <a:gridCol w="455168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Concepto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Qué mide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Pregunta que responde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LOD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Precisión geométrica del elemento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¿Qué tan detallada es la forma?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LOI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Datos no geométricos asociados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¿Qué información lleva el elemento?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LOIN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Necesidad real de información (ISO 19650)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¿Para qué se necesita esa información?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9D7E35B-29F2-4A68-973A-C675E6945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41591B0-581E-4C68-ACC5-230B72208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1FA16A-AEC5-4FB8-AC52-FA9F1E0B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D1D2860-FB37-4189-9806-54FBAE4C7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14 / 47</a:t>
            </a:r>
          </a:p>
        </p:txBody>
      </p:sp>
    </p:spTree>
    <p:extLst>
      <p:ext uri="{BB962C8B-B14F-4D97-AF65-F5344CB8AC3E}">
        <p14:creationId xmlns:p14="http://schemas.microsoft.com/office/powerpoint/2010/main" val="41748822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2060f6e9f348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AC827D2-1502-40BF-8C64-FA15F1FD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5867224-A2E2-47BE-8922-B4385FD07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MODELOS POR FASE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A13060C-D514-405A-BC42-0232A9BF3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Modelo de Diseño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BE25DEE-E455-43C7-902B-0D3C2C60B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LOD bajo en etapas tempranas, creciendo hacia definiciones constructivas.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Prioriza coordinación espacial, toma de decisiones y cumplimiento normativo.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La información es conceptual y evoluciona con cada hito de diseño.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Público: arquitectos, ingenieros de diseño, cliente.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6707CB1-BECB-4FDB-86A6-D0702E86E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43F073E-4089-42C5-B556-2F4AB02A0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ECF2B48-518A-4756-9E80-1C0349F6C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84EC3B8-B9C4-470F-AF4E-83A051180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15 / 47</a:t>
            </a:r>
          </a:p>
        </p:txBody>
      </p:sp>
    </p:spTree>
    <p:extLst>
      <p:ext uri="{BB962C8B-B14F-4D97-AF65-F5344CB8AC3E}">
        <p14:creationId xmlns:p14="http://schemas.microsoft.com/office/powerpoint/2010/main" val="137534953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1a0a2c6fff40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0501F5C-EB52-4B3E-8AAA-FF5F7755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DD632F5-DFC1-497B-AD1B-C63302BB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MODELOS POR FASE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5211DB4-74EB-4404-B3DF-D14E80AE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Modelo de Construcción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B5DE1E8-8D8D-4C7E-824B-072FE868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LOD y LOI altos: geometría precisa apta para fabricación e instalación (LOD 350-400).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Incorpora secuenciación constructiva, cantidades y especificaciones.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Coordinación multidisciplinaria activa: detección de interferencias (clash detection).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Público: contratistas y subcontratistas que ejecutan la obra.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0AB1B26-F7EB-45FC-8485-DD1F69B4E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B065A30-F77D-4563-90E3-7CE41BDB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47E9CE-AAB7-4EAE-AB24-6736EBC3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BADD0FE-A4FB-4CC5-9628-D9812DDB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16 / 47</a:t>
            </a:r>
          </a:p>
        </p:txBody>
      </p:sp>
    </p:spTree>
    <p:extLst>
      <p:ext uri="{BB962C8B-B14F-4D97-AF65-F5344CB8AC3E}">
        <p14:creationId xmlns:p14="http://schemas.microsoft.com/office/powerpoint/2010/main" val="2118061578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8b42b157144e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B4897E7-7972-4812-8085-B89EF48C1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00597C7-706B-4E95-88FE-1EA797F9D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MODELOS POR FASE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B964394-70E0-4057-B433-197C042F3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Modelo de Operación y Mantenimiento (O&amp;M)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F0D15B4-FE29-457A-B256-B23FA855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No hereda todo el modelo de construcción: contiene solo lo necesario para operar y mantener el activo.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Incluye garantías, manuales, ciclos de mantenimiento, proveedores y códigos de clasificación.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El público cambia: de diseñadores/constructores a gestores de instalaciones (facility management).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Se rige por ISO 19650-3, dedicada específicamente a la fase operativa.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69B917D-C4D7-45D8-A953-2003D68B5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7E325AD-2184-474A-A3B1-887D6C4F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2B83DC1-2013-4EF5-8F10-C2772D24C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7AB2628-C38A-44D2-9861-B5A444CF1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17 / 47</a:t>
            </a:r>
          </a:p>
        </p:txBody>
      </p:sp>
    </p:spTree>
    <p:extLst>
      <p:ext uri="{BB962C8B-B14F-4D97-AF65-F5344CB8AC3E}">
        <p14:creationId xmlns:p14="http://schemas.microsoft.com/office/powerpoint/2010/main" val="15678809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e169c616e04c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2E766B2-8EED-4217-B2DA-74C2272F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B12B9AF-9F17-43D8-9957-E6183985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EL PUENTE ENTRE FASES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194929B-DDAA-4D95-B9F7-336FD934D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1072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COBie: Construction Operations Building Information Exchange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3339E33-EC02-46F1-AC75-2C682E50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Estándar abierto que estructura los datos del activo en una hoja de cálculo (.xlsx) interoperable.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Se puebla durante diseño y construcción: espacios, equipos, sistemas y componentes.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Se transfiere a sistemas GMAO/CMMS que usan los equipos de mantenimiento.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Automatizable: extensiones como "Autodesk COBie Extension" generan la hoja directamente desde el modelo.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A28AAAF-FF04-4EB0-968F-1248EB66C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6EFFAC5-594E-49E8-8EF4-9E8D44718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97F575D-846B-4872-8140-A22B6BB0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AF2FC24-4E74-44EB-BC5E-4B9CCDAAC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18 / 47</a:t>
            </a:r>
          </a:p>
        </p:txBody>
      </p:sp>
    </p:spTree>
    <p:extLst>
      <p:ext uri="{BB962C8B-B14F-4D97-AF65-F5344CB8AC3E}">
        <p14:creationId xmlns:p14="http://schemas.microsoft.com/office/powerpoint/2010/main" val="119385748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8301df405e4d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3BCC47F-EA62-498B-B054-BBF731DD1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F85D4B5-2865-47F4-8D62-BE704387D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EL CICLO DEL ACTIVO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98E88DC-81D2-45D9-A939-335D06450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60500"/>
            <a:ext cx="11379200" cy="536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Del modelo de Diseño al modelo de O&amp;M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D4409ED0-5099-48C8-BF0D-0F132A60D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3048000"/>
            <a:ext cx="2413000" cy="1397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BE122DF-29FF-4589-8B4C-F2D5807A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3492500"/>
            <a:ext cx="2159000" cy="31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Diseño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15F5C6E-5F18-4EBD-BBD6-A094229A3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3848100"/>
            <a:ext cx="2159000" cy="469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LOD bajo-medio · geometría conceptual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C9AFC3-04BD-4B4C-94CA-5C7CBF35E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9600" y="3594100"/>
            <a:ext cx="3556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59DA8F5-A991-4D36-81BA-73F22410F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048000"/>
            <a:ext cx="2413000" cy="1397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DB33BA5-C243-410D-B5C1-626846339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2200" y="3492500"/>
            <a:ext cx="2159000" cy="31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Construcción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6DC0E03-C107-4F87-8F36-9A4F8AB6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2200" y="3848100"/>
            <a:ext cx="2159000" cy="469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LOD 350-400 · coordinación y cantidades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40B04D6-66C5-4674-A832-88866F764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8200" y="3594100"/>
            <a:ext cx="3556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2B130CDF-2F0E-4AD8-B464-E064886A0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3800" y="3048000"/>
            <a:ext cx="2413000" cy="1397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66FF05F-DAF7-4728-B17A-5E9A21D1C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92500"/>
            <a:ext cx="2159000" cy="31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Traspaso COBie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87FDCC9-CE17-4428-9445-15D06231F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48100"/>
            <a:ext cx="2159000" cy="469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Extracción de datos de activo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CA65039-A45F-45B2-9E6D-3E08C521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594100"/>
            <a:ext cx="3556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C4AC599F-3B44-4908-85CD-8B30BB59D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2400" y="3048000"/>
            <a:ext cx="2413000" cy="1397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BDF8A1F-0ED6-4616-B3B9-160881D15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400" y="3492500"/>
            <a:ext cx="2159000" cy="469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Operación y Mantenimiento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8466EA8-961D-4544-82F0-78B1A28A4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400" y="3848100"/>
            <a:ext cx="2159000" cy="469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LOI alto · datos de mantenimiento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D31C3DC4-8612-4406-9A96-EBCC02D0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7A7EAC28-E318-48D2-9AC8-829A2B0C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82CB9D0-2CE4-485B-A770-FA7903BC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E4907C70-D6F4-4B28-BB70-993767538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19 / 47</a:t>
            </a:r>
          </a:p>
        </p:txBody>
      </p:sp>
    </p:spTree>
    <p:extLst>
      <p:ext uri="{BB962C8B-B14F-4D97-AF65-F5344CB8AC3E}">
        <p14:creationId xmlns:p14="http://schemas.microsoft.com/office/powerpoint/2010/main" val="1912670415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6ac666839044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1A54E64-7DDC-483C-AC6C-7F1F97E0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CA89A41-8D2C-485F-8E0E-802DDF54C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SÍNTESIS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F59E668-E3C5-4794-B5EE-C0A26FBB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6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Resumen comparativo de los tres modelos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2286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3424"/>
                <a:gridCol w="2958592"/>
                <a:gridCol w="2958592"/>
                <a:gridCol w="2958592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Nivel de detalle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objetivo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Propósito principal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Diseño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LOD bajo → medio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Diseñadores, cliente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Decisiones y cumplimiento normativo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Construcción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LOD 350-400, LOI alto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Contratistas, subcontratistas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Coordinación, fabricación e instalación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Operación y Mantenimiento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LOD moderado, LOI muy alto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Gestores de instalaciones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Operar y mantener el activo (COBie)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D57AD5F-AF72-4743-9324-BECE830E2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866CD9B-F373-44AD-8D65-C6F9EF3B6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193CF58-E476-4709-A65B-E4F45D925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54E878F-AAA5-4745-A81E-8A91F15EA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 / 47</a:t>
            </a:r>
          </a:p>
        </p:txBody>
      </p:sp>
    </p:spTree>
    <p:extLst>
      <p:ext uri="{BB962C8B-B14F-4D97-AF65-F5344CB8AC3E}">
        <p14:creationId xmlns:p14="http://schemas.microsoft.com/office/powerpoint/2010/main" val="1488739546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b3a09ac2c241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F54E40F-05F1-4A1E-9E01-425B0AF80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283A760-CF9C-4101-B812-9FAB6914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EJEMPLO APLICADO — SISTEMA DE DRENAJE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08CC355-1AAA-46FF-B0BF-8F5542F5B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6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El mismo sistema de drenaje, tres modelos distintos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2286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8592"/>
                <a:gridCol w="8420608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Qué contiene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Diseño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Trazado conceptual de tuberías, pendientes preliminares, puntos de descarga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Construcción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Diámetros y materiales definitivos, cotas de invert, cajas de registro, LOD 350-400, coordinación con cimentación y otras redes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Operación y Mantenimiento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Datos COBie: frecuencia de limpieza, vida útil de tuberías, proveedor de mantenimiento, planos as-built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707BFE5-B8D4-4D1F-AA66-CAFEE0767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D27D9FC-7941-4429-AEF4-49B3816B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E66AC5D-DDD2-4986-A6B0-5E88B04C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8FAC2C1-498E-4954-BCAD-F6A92E8F6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21 / 47</a:t>
            </a:r>
          </a:p>
        </p:txBody>
      </p:sp>
    </p:spTree>
    <p:extLst>
      <p:ext uri="{BB962C8B-B14F-4D97-AF65-F5344CB8AC3E}">
        <p14:creationId xmlns:p14="http://schemas.microsoft.com/office/powerpoint/2010/main" val="2143553449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3538049-601F-4F9C-A908-6B2AAC60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4CDE2D0-6058-4CA6-B239-5CAA43C6F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905000"/>
            <a:ext cx="11379200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7E6F255-86D4-4DD5-B88B-6F8F4BA9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921000"/>
            <a:ext cx="9525000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00"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Indicadores BIM de cumplimiento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E28E4C6-8767-4221-BA15-D8499073F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683000"/>
            <a:ext cx="825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C9D6E4"/>
                </a:solidFill>
                <a:latin typeface="Arial"/>
                <a:ea typeface="Arial"/>
                <a:cs typeface="Arial"/>
              </a:rPr>
              <a:t>Cómo medir el desempeño de la implementación BIM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F93C67D-B306-4AE3-9501-E29E8DAC5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502400"/>
            <a:ext cx="1137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606078214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709f66953c45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8313375-6A4A-4798-B91F-40A0E5DA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BB57189-139E-4998-AFEB-DC2BC90F5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KPI BIM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EAF4246-A517-4891-A547-ED2173D9A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Qué son los indicadores clave de desempeño (KPI)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A0EA3AA-53E1-463A-B78A-7B3CB7D75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Miden tiempo, costo y alcance de las acciones tomadas en torno a la metodología BIM.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Cada organización se mide contra su propia línea base, no contra un estándar externo fijo.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Se aplican bajo el ciclo de mejora continua Deming: Planear → Hacer → Revisar → Actuar.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Referencia ampliamente citada: propuesta de 14 KPI en 4 grupos (BIM Forum Colombia / CAMACOL).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D1DC5F5-B08C-4264-B3FD-13D676EE7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2236666-6391-4ECE-B2D9-853B4624C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8946201-4973-4EE3-8443-E1D28174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6A36F1E-8F77-4DB4-B613-EFB6A3F5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23 / 47</a:t>
            </a:r>
          </a:p>
        </p:txBody>
      </p:sp>
    </p:spTree>
    <p:extLst>
      <p:ext uri="{BB962C8B-B14F-4D97-AF65-F5344CB8AC3E}">
        <p14:creationId xmlns:p14="http://schemas.microsoft.com/office/powerpoint/2010/main" val="1429827869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b2c00ef82549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CDEED6C-0756-4603-8C65-01BD2E975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9C12F7F-2192-4849-89D6-6276F8D2E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KPI BIM · GRUPO 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82A801A-78A7-4394-A110-C498C297B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1072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Conceptualización, prefactibilidad y diseño esquemático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2286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7520"/>
                <a:gridCol w="455168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Indicador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Qué mide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Variación de tiempo en definición de alternativas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Reducir tiempos de diseño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Variación presupuesto factibilidad vs. ejecución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Precisión presupuestaria temprana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Tiempo de generación del presupuesto preliminar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Velocidad de presupuestación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994A988-D1A1-44A4-A1FE-FB51FCDB9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BBB1DD2-39E9-4D0A-9760-951821D8A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BABF508-953D-4CB7-9D57-A0FB8A282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B5A4308-0BC0-4658-A735-DE094097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24 / 47</a:t>
            </a:r>
          </a:p>
        </p:txBody>
      </p:sp>
    </p:spTree>
    <p:extLst>
      <p:ext uri="{BB962C8B-B14F-4D97-AF65-F5344CB8AC3E}">
        <p14:creationId xmlns:p14="http://schemas.microsoft.com/office/powerpoint/2010/main" val="853086599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4fbd8de1dd46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01FB5C8-0135-429C-B2E7-CD652450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AF33F30-589F-4B5B-89B2-9F8615BF9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KPI BIM · GRUPO 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B60468C-F4CC-44D3-B8D7-C4F1A0256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6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Anteproyecto y documentación para construcción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2857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7520"/>
                <a:gridCol w="455168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Indicador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Qué mide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Disminución de solicitudes de cambio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Reducir inconsistencias de diseño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Reducción de RFI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Mejorar claridad de coordinación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Tiempo de presupuestación (normalizado por m²)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Acelerar cuantificación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Variación presupuesto anteproyecto vs. ejecución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Precisar estimaciones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0213011-6A43-4EE9-BEEF-1510B28AC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C1D6867-9FF7-431F-91C1-9D1AE16AE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DBE9A85-A58C-4E91-BACB-BA8D40BCC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0796447-9F8F-4B16-BFBC-A361DCBC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25 / 47</a:t>
            </a:r>
          </a:p>
        </p:txBody>
      </p:sp>
    </p:spTree>
    <p:extLst>
      <p:ext uri="{BB962C8B-B14F-4D97-AF65-F5344CB8AC3E}">
        <p14:creationId xmlns:p14="http://schemas.microsoft.com/office/powerpoint/2010/main" val="1068911536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65fb45c83949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91E920F-965A-47AD-B0FD-08CF42F99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C9EAA8D-7CF8-48FB-B01D-5307F873D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KPI BIM · GRUPO 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23DC224-C004-4C15-8438-8451EBC6E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6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Pre-construcción y compras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2857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7520"/>
                <a:gridCol w="455168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Indicador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Qué mide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Variabilidad cantidades teóricas vs. reales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Optimizar gestión de materiales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Tiempo de cálculo de cantidades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Cumplir cronograma de compras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Actividades no programadas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Optimizar cronograma de obra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Tiempo de generación de cronogramas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Acelerar programación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A7285A1-24AC-487B-91C7-00C7FB7D4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36E439E-E7BB-48BB-B8E3-86A885BA7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1FC8F69-1832-4DA1-BC03-F11A8444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6515EC6-58D6-49C0-AEBE-CE117830A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26 / 47</a:t>
            </a:r>
          </a:p>
        </p:txBody>
      </p:sp>
    </p:spTree>
    <p:extLst>
      <p:ext uri="{BB962C8B-B14F-4D97-AF65-F5344CB8AC3E}">
        <p14:creationId xmlns:p14="http://schemas.microsoft.com/office/powerpoint/2010/main" val="197213080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26466b363f4e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46BC4B4-6DF1-4D66-8AB9-9A012488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34C5BB0-3A50-4481-90A5-05C841B6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KPI BIM · GRUPO 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0CEFB33-1C4C-43EC-9C33-CF785C8C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6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Construcción / ejecución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2286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7520"/>
                <a:gridCol w="455168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Indicador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Qué mide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Interferencias en obra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Reducir conflictos constructivos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Variación de RFI durante ejecución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Contar con información clara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Cambios de programación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Hacer seguimiento efectivo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A5F9EA7-3EAA-4AA2-8425-27192396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F4E46EE-96A9-4F80-BCA8-ABC875CE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FC882BE-1209-4E31-B6F7-2425C1C3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2AD1622-C869-4262-BC91-C9ABB501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27 / 47</a:t>
            </a:r>
          </a:p>
        </p:txBody>
      </p:sp>
    </p:spTree>
    <p:extLst>
      <p:ext uri="{BB962C8B-B14F-4D97-AF65-F5344CB8AC3E}">
        <p14:creationId xmlns:p14="http://schemas.microsoft.com/office/powerpoint/2010/main" val="58816533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3a37e7d37e43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1AEF074-DC55-4F26-BA4A-E4EA9B9FF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C4422F4-8843-4837-A99C-B4BA52D1D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CUMPLIMIENTO DEL MODELO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9C61D01-09EB-4246-9399-E6C877F57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Indicadores de cumplimiento a nivel de modelo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6487712-C8A3-4E45-B34E-C32A86D77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% de elementos con LOD/LOI conforme al BEP acordado.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% de parámetros obligatorios completos por disciplina.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N.º de advertencias críticas (duplicados, geometría) por entrega.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% de interferencias resueltas frente a las detectadas.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Estos indicadores se contrastan directamente contra los EIR definidos por el cliente.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CA5BA76-C30A-4713-96CE-B46304E9B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D23CE75-6F63-4684-81A6-D5A9B0CD4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9F1CE1C-6E97-498E-AD65-FCD2F769C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3541BEC-1955-4618-A677-F28762C1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28 / 47</a:t>
            </a:r>
          </a:p>
        </p:txBody>
      </p:sp>
    </p:spTree>
    <p:extLst>
      <p:ext uri="{BB962C8B-B14F-4D97-AF65-F5344CB8AC3E}">
        <p14:creationId xmlns:p14="http://schemas.microsoft.com/office/powerpoint/2010/main" val="1498965535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c871a5bc2a46a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7FB489C-782E-49E7-983E-5F7E56AD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26B06CE-2E5A-40C9-A936-768B419F6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EJEMPLO APLICADO — SISTEMA DE DRENAJE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C921C34-7BD2-4958-BB7A-EAAEC8D70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KPI sobre la red de drenaje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8764174-8D11-4353-90C2-E1B86F17A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Variación de cantidades teóricas vs. reales de tubería instalada (metros lineales).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N.º de interferencias en obra entre la red de drenaje y las redes eléctrica y de agua potable.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RFI generados por pendientes insuficientes detectadas ya en construcción.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1F68E1D-994A-4B5B-8F9E-5ACEB421C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5C5D5C9-CBBC-4E83-9FAE-CE652571C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B89D58A-8BF1-4806-A694-7235C897D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D2D84D4-C0FD-461D-B612-567CFD459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29 / 47</a:t>
            </a:r>
          </a:p>
        </p:txBody>
      </p:sp>
    </p:spTree>
    <p:extLst>
      <p:ext uri="{BB962C8B-B14F-4D97-AF65-F5344CB8AC3E}">
        <p14:creationId xmlns:p14="http://schemas.microsoft.com/office/powerpoint/2010/main" val="256317674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F826999-8232-45EA-A3D0-4C2C98B5D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A0FD8C5-2DB4-4E67-B172-F019FABF4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905000"/>
            <a:ext cx="11379200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18E68FF-7EFA-4751-AB50-F8248A2CB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921000"/>
            <a:ext cx="9525000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00"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Identificación de riesgos técnicos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AA4CDA9-9FF7-453C-B61E-463E08DDE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683000"/>
            <a:ext cx="825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C9D6E4"/>
                </a:solidFill>
                <a:latin typeface="Arial"/>
                <a:ea typeface="Arial"/>
                <a:cs typeface="Arial"/>
              </a:rPr>
              <a:t>De la detección reactiva a la prevención en el modelo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2A7A65C-9BA1-41F2-A8EF-E01FD2A6B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502400"/>
            <a:ext cx="1137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776697328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bd8339e68d45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3B0061F-910F-4E23-AAEB-ABF3D39DE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3B30464-2B59-4F77-9924-6F1838C2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RIESGOS TÉCNICOS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0D183D8-7C42-46DA-88C7-3CBFB32D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Qué son los riesgos técnicos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5C25AFA-8433-4D76-8B8F-45B0F0D9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Implican fallos en el diseño o en la tecnología utilizada: errores de modelado, incompatibilidades entre disciplinas, datos incompletos.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También incluyen fallas de interoperabilidad de software entre las herramientas del equipo.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La responsabilidad de gestionarlos recae principalmente en los consultores/proyectistas de cada especialidad.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El BIM Manager coordina la trazabilidad de estos riesgos entre disciplinas.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2DB6E2B-D214-4419-A955-7BE83CFF3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0C5D11B-4F6E-4031-83CF-AF388778B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D8456FD-35A4-4483-8F7A-C6E9A9E59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D297D39-0D30-49DC-BB90-5DD7B7CA8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31 / 47</a:t>
            </a:r>
          </a:p>
        </p:txBody>
      </p:sp>
    </p:spTree>
    <p:extLst>
      <p:ext uri="{BB962C8B-B14F-4D97-AF65-F5344CB8AC3E}">
        <p14:creationId xmlns:p14="http://schemas.microsoft.com/office/powerpoint/2010/main" val="1487922674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810d62421345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33B463E-AB64-49E7-B9F7-F0A06FE5F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DBA49BB-524D-452F-8039-16627790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IDENTIFICACIÓN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6692B48-0921-47AE-AB41-5C062796C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Tres métodos de identificación de riesgos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6E00BB13-AE27-43D4-8EC0-D68A229C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3674533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3355CF1-122E-40AF-A105-1CD45AA5B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336800"/>
            <a:ext cx="3318933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3DA03BE-6ADE-4E8A-BD50-5B4F9328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654300"/>
            <a:ext cx="3318933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00"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Análisis de documentos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18C9588-33D7-48DE-BEE4-50A08959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3149600"/>
            <a:ext cx="3318933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Revisión de contratos, planos y especificaciones.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Detecta vacíos o inconsistencias contra el BEP.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6BBB5C8-81A1-48E7-87F3-EB6807BE2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8733" y="2159000"/>
            <a:ext cx="3674533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2175AB0-88A5-4103-A167-CC42EF64C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33" y="2336800"/>
            <a:ext cx="3318933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27BE72E-54C1-41C0-BC41-55CA4F78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33" y="2654300"/>
            <a:ext cx="3318933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00"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Lluvia de ideas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A9AC419-14E5-4C78-8811-87086079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33" y="3149600"/>
            <a:ext cx="3318933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Sesiones con el equipo multidisciplinario.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Anticipa conflictos antes de modelar.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EAED2011-EC9F-4236-A7D4-B9CE79F70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1067" y="2159000"/>
            <a:ext cx="3674533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4FFC46F-2612-414E-A809-3C537DCB3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867" y="2336800"/>
            <a:ext cx="3318933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C1C5698-AFB5-4B9D-8F9B-24DEF0DBB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867" y="2654300"/>
            <a:ext cx="3318933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00"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Entrevistas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6B701518-D186-4C5E-9DBF-9C82856C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867" y="3149600"/>
            <a:ext cx="3318933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Consulta a expertos técnicos y partes interesadas.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Estructuras, MEP, arquitectura señalan puntos críticos.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9800A5CA-6CA6-4085-8D7E-A20186DA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746BABA9-B17D-40BD-A93A-989E64FCE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9ADB38B-1455-4A1E-9C6A-02C38559D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03628F22-640A-4404-9A14-E136F8C8A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32 / 47</a:t>
            </a:r>
          </a:p>
        </p:txBody>
      </p:sp>
    </p:spTree>
    <p:extLst>
      <p:ext uri="{BB962C8B-B14F-4D97-AF65-F5344CB8AC3E}">
        <p14:creationId xmlns:p14="http://schemas.microsoft.com/office/powerpoint/2010/main" val="1588442703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67624fc08f44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081A974-67C1-4ED9-8277-37CB0E48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C73F67D-9335-4FE7-8C01-278199A99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APORTE DE BIM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FC32B1A-58BD-4D36-AED2-45254EB0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De la corrección reactiva a la prevención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CF18266-ABBE-4FAC-817E-283F13539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Detección de interferencias (clash detection) entre disciplinas en el modelo federado.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Simulaciones de constructibilidad y secuenciación (4D) antes de llegar a obra.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Verificación normativa automática: accesibilidad, protección contra incendios, rutas de evacuación.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El modelo 3D federado permite visualizar, analizar y mitigar problemas antes de la ejecución.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84C1857-5A88-49FD-B2BE-E465AA5F8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8D66D76-492D-445A-A3D5-B3540AB7F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5F0095F-4E95-462F-A420-C532C92AB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794D625-08A1-4CCF-A1EA-AB8A741A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33 / 47</a:t>
            </a:r>
          </a:p>
        </p:txBody>
      </p:sp>
    </p:spTree>
    <p:extLst>
      <p:ext uri="{BB962C8B-B14F-4D97-AF65-F5344CB8AC3E}">
        <p14:creationId xmlns:p14="http://schemas.microsoft.com/office/powerpoint/2010/main" val="987106937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7da731e5aa44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51EB4FA-FBC4-4AC1-9ADB-A76729809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8EDA718-2D19-4310-9211-ECB7EF7DB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REGISTRO DE RIESGOS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E69F658-E683-438F-BC8D-4D2D0AE83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6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Ejemplo de registro de un riesgo técnico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3429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4800"/>
                <a:gridCol w="853440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Campo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Ejemplo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Riesgo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Interferencia entre ducto HVAC y viga estructural, nivel 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Probabilidad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Alta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Impacto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Retrabajo en obra + retraso de 5 días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Responsable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Coordinador MEP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Mitigación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Resolver en modelo antes de emitir para construcción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DF5C28D-8282-43A8-BA1B-2BE869FA7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EF3FC26-E9BA-4BA8-BA98-8411FAA30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D0E3DE6-AE10-4428-9C1E-4F67B9BED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13ACB85-61DE-46C5-9B6D-BE1C7377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34 / 47</a:t>
            </a:r>
          </a:p>
        </p:txBody>
      </p:sp>
    </p:spTree>
    <p:extLst>
      <p:ext uri="{BB962C8B-B14F-4D97-AF65-F5344CB8AC3E}">
        <p14:creationId xmlns:p14="http://schemas.microsoft.com/office/powerpoint/2010/main" val="981200571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c96eb077de4f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6B664A5-A938-4F43-9933-0D634EC08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3141588-7A1A-4F4A-8BC7-D56229350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EJEMPLO APLICADO — SISTEMA DE DRENAJE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947F2A7-D3A9-4058-A3E0-3B63D56BE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6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Riesgo técnico en el sistema de drenaje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3429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4800"/>
                <a:gridCol w="853440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Campo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Ejemplo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Riesgo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Pendiente de tubería inferior al mínimo normativo (1%), detectada en el modelo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Probabilidad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Media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Impacto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Estancamiento de aguas pluviales, retrabajo de excavación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Responsable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Ingeniero sanitario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Mitigación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Corregir cotas en el modelo antes de emitir para construcción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CCF816C-84D2-436B-A8D8-DE24DD44E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85260B-250A-4971-8E81-259C65F53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27F0123-0517-4A2F-ADF1-1AFB7C4FF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09B0811-F7FA-43D2-AA17-E50863051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35 / 47</a:t>
            </a:r>
          </a:p>
        </p:txBody>
      </p:sp>
    </p:spTree>
    <p:extLst>
      <p:ext uri="{BB962C8B-B14F-4D97-AF65-F5344CB8AC3E}">
        <p14:creationId xmlns:p14="http://schemas.microsoft.com/office/powerpoint/2010/main" val="6719079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315B6D-2903-497D-8D47-89B2DF94A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5264DDC-8205-4245-A469-81A154C7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905000"/>
            <a:ext cx="11379200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4B477E8-71DC-459B-A25B-092A1F817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921000"/>
            <a:ext cx="9525000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00"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Matriz de observaciones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DD77EA7-4627-4395-AAC0-9D335ED31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683000"/>
            <a:ext cx="825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C9D6E4"/>
                </a:solidFill>
                <a:latin typeface="Arial"/>
                <a:ea typeface="Arial"/>
                <a:cs typeface="Arial"/>
              </a:rPr>
              <a:t>La tabla de trazabilidad que conecta auditoría y gestión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1F7F49F-0A25-41D0-ACF4-236AE5D88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502400"/>
            <a:ext cx="1137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378190464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1ed80008ad43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F0E341D-2AA2-4330-B879-049474354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55F480D-E98C-4831-A2B9-49F8D5562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MATRIZ DE OBSERVACIONES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D5F4374-6E45-4151-A47D-7151D26B2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6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Campos típicos de la matriz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3937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8592"/>
                <a:gridCol w="8420608"/>
              </a:tblGrid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Campo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Descripción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N.°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Correlativo del hallazgo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Disciplina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Arquitectura, estructuras, MEP, etc.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Elemento / Ubicación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Elemento del modelo y su ubicación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Descripción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Qué no cumple y respecto a qué requisito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Severidad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Crítica / mayor / menor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Geométrico, de información, de coordinación, normativo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Responsable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Quién debe subsanarlo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Fecha límite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Plazo de levantamiento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Estado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Abierta / en proceso / cerrada / no aplica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791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Evidencia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Captura, vista 3D o ID del clash asociado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AD912AA-87AF-4F30-8C44-3A3F5880B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D0E2F2A-E07A-4301-8484-FD8D74EE6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840740A-2FEB-40C3-BC19-6E761C66A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FEA6A4A-A4B3-4E8B-BDDD-0675D29E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37 / 47</a:t>
            </a:r>
          </a:p>
        </p:txBody>
      </p:sp>
    </p:spTree>
    <p:extLst>
      <p:ext uri="{BB962C8B-B14F-4D97-AF65-F5344CB8AC3E}">
        <p14:creationId xmlns:p14="http://schemas.microsoft.com/office/powerpoint/2010/main" val="753041069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1fd59d30c044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BB48588-6471-4F50-A5CD-11F7AEC1E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015328C-F398-4BF5-87DE-D1C478EE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USO OPERATIVO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9429F5-D01D-42E7-9191-F89D676A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Qué hace la matriz además de documentar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56871E9-2997-4353-9C76-71E5A6460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Cuantifica el indicador "% de observaciones cerradas vs. abiertas" en cada corte del proyecto.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Es la base de las reuniones de coordinación BIM (BIM Coordination Meetings).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Permite medir tendencia por disciplina: quién genera más hallazgos y con qué severidad.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Se retroalimenta directamente de los KPI de interferencias vistos en la sección 03.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17C7D69-FBA2-4EB8-907D-7B6CACF12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4BFFE95-086F-4807-8EFD-AD8EAC50E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4AB5AC7-E820-4D1E-9181-A730035D2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58C81BD-F34A-482A-9253-EC4AD0CD0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38 / 47</a:t>
            </a:r>
          </a:p>
        </p:txBody>
      </p:sp>
    </p:spTree>
    <p:extLst>
      <p:ext uri="{BB962C8B-B14F-4D97-AF65-F5344CB8AC3E}">
        <p14:creationId xmlns:p14="http://schemas.microsoft.com/office/powerpoint/2010/main" val="467484617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4ace7a52e343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1229D59-4F12-4981-8A8A-D3A06DABA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756DE97-6D3E-445E-B43A-3D4D8F963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EJEMPLO APLICADO — SISTEMA DE DRENAJE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B90B0E4-1B2C-4C9E-8B54-D94E90BF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6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Una observación real de la red de drenaje en la matriz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3937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3760"/>
                <a:gridCol w="7965440"/>
              </a:tblGrid>
              <a:tr h="437444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Campo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Valor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437444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N.°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014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37444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Disciplina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Sanitaria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437444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Elemento / Ubicación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Tubería de drenaje pluvial, nivel -1, eje C-D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37444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Descripción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La tubería atraviesa una viga de cimentación sin holgura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437444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Severidad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Crítica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37444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Coordinación (clash)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437444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Responsable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Coordinador MEP / sanitario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37448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Estado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Abierta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89D8FAF-F426-4A95-96C6-F611E764A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552C34D-D709-4EA3-AF1D-AB8E03B5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4A142D0-1A1D-4521-8410-366E2F05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C4FE428-B5F0-4929-8799-15832395A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39 / 47</a:t>
            </a:r>
          </a:p>
        </p:txBody>
      </p:sp>
    </p:spTree>
    <p:extLst>
      <p:ext uri="{BB962C8B-B14F-4D97-AF65-F5344CB8AC3E}">
        <p14:creationId xmlns:p14="http://schemas.microsoft.com/office/powerpoint/2010/main" val="303406922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7CB8AAE-709B-4684-874D-4D9ABAF5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BF75BB4-F9D9-47CD-BF07-0C217C0F7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905000"/>
            <a:ext cx="11379200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E39930E-2E6D-4720-A75B-30A2D655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921000"/>
            <a:ext cx="9525000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00"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Automatización de auditorías BIM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0CAFD1D-D85A-4F39-BFEE-3BDD31C96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683000"/>
            <a:ext cx="825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C9D6E4"/>
                </a:solidFill>
                <a:latin typeface="Arial"/>
                <a:ea typeface="Arial"/>
                <a:cs typeface="Arial"/>
              </a:rPr>
              <a:t>De la revisión manual a la verificación programada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E925D57-D5EC-4F05-890A-D3869BD87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502400"/>
            <a:ext cx="1137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181446302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191dd7318d4e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D013B45-5353-428E-8E6F-6607966CC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ABF51A8-C52C-4200-A830-43C0609FF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HERRAMIENTAS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341B246-7FD2-4436-A238-6FD3471F9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Solibri y Dynamo: dos formas de automatizar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6906AA2-8EB7-4815-8CDE-655B31F6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5600700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99E6F2F-9997-4FB7-B9E8-539C0D63E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336800"/>
            <a:ext cx="5245100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4212F75-341E-455A-A3FC-C6E67118E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654300"/>
            <a:ext cx="5245100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00"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Solibri — Model Checker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0546824-D212-4386-8054-44194C99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3149600"/>
            <a:ext cx="5245100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Compara el modelo contra reglas parametrizables.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Nomenclatura, normativa, propiedades, espacios MEP, accesibilidad, evacuación.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Reglas personalizables por proyecto u organización.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AFD911A-EB91-490E-9200-8EE28F600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4900" y="2159000"/>
            <a:ext cx="5600700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C7CC19C-391B-4DFB-BB5F-268CBB27A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36800"/>
            <a:ext cx="5245100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5200762-74E8-4316-8170-28D697B0D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54300"/>
            <a:ext cx="5245100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00"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Dynamo — visual scripting en Revit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8CC2A4E-ECBA-4A74-B9EC-4AAE1361A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149600"/>
            <a:ext cx="5245100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Automatiza tareas repetitivas de control de calidad.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Valida masivamente parámetros y cumplimiento normativo.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Exporta datos para auditoría de metadata (información no gráfica).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D40B0600-A148-4180-ADBC-57313AE7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81F6D53-DAEE-4AB0-88A1-35A8CE31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3101F82-536F-4DE2-9C1F-85C4202BD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185FA59-3162-4C27-B497-005E637FE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41 / 47</a:t>
            </a:r>
          </a:p>
        </p:txBody>
      </p:sp>
    </p:spTree>
    <p:extLst>
      <p:ext uri="{BB962C8B-B14F-4D97-AF65-F5344CB8AC3E}">
        <p14:creationId xmlns:p14="http://schemas.microsoft.com/office/powerpoint/2010/main" val="2022827096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6de465044847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C419341-6BAF-4107-8BD7-3364B5E48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F3F441C-DAAF-4FEA-858B-8F72EE1CD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AUTOMATIZACIÓN CON IA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1C390F5-F86E-4E2A-B1DC-FD333EE0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1072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Tres procesos de auditoría que la IA puede automatizar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58915C84-A34F-487A-A4B1-EB6B41B8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3674533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3E8F9C0-B580-4AEF-944B-8C0C92398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336800"/>
            <a:ext cx="3318933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49479EE-0167-452E-B507-100FC314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654300"/>
            <a:ext cx="3318933" cy="701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00"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Clasificación automática de clashes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B73E1D-8F23-448F-A20D-FBC0C7AFD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3149600"/>
            <a:ext cx="3318933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Modelos de visión por computadora priorizan las interferencias detectadas por severidad y disciplina.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Reduce la revisión manual clash por clash.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AF430EB-5F63-48F0-88A4-309A25181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8733" y="2159000"/>
            <a:ext cx="3674533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AE8315D-2E9A-4C7A-84BA-949E9C47E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33" y="2336800"/>
            <a:ext cx="3318933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FBA73A8-C809-4863-9340-7D78A46C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33" y="2654300"/>
            <a:ext cx="3318933" cy="701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00"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Redacción de la matriz de observaciones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6820FF3-4DE1-423D-A4D3-06DC0B616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33" y="3149600"/>
            <a:ext cx="3318933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IA generativa convierte los reportes crudos de Solibri/Navisworks en descripciones claras y accionables.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Acelera el paso de hallazgo técnico a fila de matriz.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6004EA22-8E7C-4A47-92C7-117E3B3FA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1067" y="2159000"/>
            <a:ext cx="3674533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69E0A4C-D831-4947-B099-02AB43B46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867" y="2336800"/>
            <a:ext cx="3318933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F7D6A9E-45D0-4E67-80A3-3E31A43A4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867" y="2654300"/>
            <a:ext cx="3318933" cy="701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00"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Predicción de riesgos técnicos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20262B9-A5BA-494F-9CDD-00CDABEF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867" y="3149600"/>
            <a:ext cx="3318933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Modelos de machine learning analizan RFI y cambios históricos del proyecto.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Anticipan qué zonas del modelo son más propensas a interferencias.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023C8919-050E-4A76-AAE7-3647387AB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4275B5E6-040F-4EFE-8004-67D72B5B8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CFB3E25-FA83-483D-980B-8F7A25CA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F0D412A-6B55-492B-B4EB-DBFF79857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42 / 47</a:t>
            </a:r>
          </a:p>
        </p:txBody>
      </p:sp>
    </p:spTree>
    <p:extLst>
      <p:ext uri="{BB962C8B-B14F-4D97-AF65-F5344CB8AC3E}">
        <p14:creationId xmlns:p14="http://schemas.microsoft.com/office/powerpoint/2010/main" val="946932492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b68530fcc548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4DDA7C5-54EB-492F-AC06-AC9E7A7F3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7EBD7A9-A9FB-413C-960E-B7D72C85A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HERRAMIENTAS Y BENEFICIOS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CE737A8-41BE-433E-972E-F4A78FF0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Navisworks y beneficios de automatizar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C968944-EC53-4589-B680-4B825DBC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Navisworks: detección automática de interferencias (clash detection) entre disciplinas federadas.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Cobertura del 100% del modelo frente al muestreo manual.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Repetibilidad: mismas reglas en cada entrega, permitiendo medir tendencia (KPI de la sección 03).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Trazabilidad directa hacia la matriz de observaciones y el informe técnico.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Libera al equipo BIM para enfocarse en hallazgos de criterio, no en errores mecánicos.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CBA238D-9C2E-4C11-8759-28FB9984C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80C22DD-5708-47F3-88A3-D65FD0164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DB0D6B-5BF3-47D5-8356-6BABFA91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3BF31A2-CD0B-4D04-9373-72F2CDF1C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43 / 47</a:t>
            </a:r>
          </a:p>
        </p:txBody>
      </p:sp>
    </p:spTree>
    <p:extLst>
      <p:ext uri="{BB962C8B-B14F-4D97-AF65-F5344CB8AC3E}">
        <p14:creationId xmlns:p14="http://schemas.microsoft.com/office/powerpoint/2010/main" val="911721965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47959223da42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5123BC2-F3D9-427C-8667-9C10F0C75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083149D-6922-4CCF-A5DD-BCD4B81F5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EJEMPLO APLICADO — SISTEMA DE DRENAJE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EAAB6AB-3746-4B68-BDA4-D95BA92C5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Automatizar la auditoría de la red de drenaje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AF7E8EF-DE1B-4534-892B-A6D678D5F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Un script de Dynamo valida automáticamente que toda tubería cumpla la pendiente mínima normativa (1%).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Una regla de Solibri detecta cruces entre la red de drenaje y elementos estructurales.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Un modelo de IA clasifica y prioriza los clashes de la red de drenaje antes de que un humano los revise.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EB74B0C-C0F9-4DE1-AA66-D7D03C9A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14D5DC9-6CF7-4A0F-9BAC-0E330FF8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04A5E76-14E3-4431-9291-2B801658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5F9B647-B660-48B9-8C58-EBBA2DC5B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44 / 47</a:t>
            </a:r>
          </a:p>
        </p:txBody>
      </p:sp>
    </p:spTree>
    <p:extLst>
      <p:ext uri="{BB962C8B-B14F-4D97-AF65-F5344CB8AC3E}">
        <p14:creationId xmlns:p14="http://schemas.microsoft.com/office/powerpoint/2010/main" val="1227785357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40ad98095c462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438C22C-8ABA-482A-82B3-2FB04A747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7DB380A-DD7F-46B0-B5EA-B70FA269B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Resumen de la sesión 6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A3B918B-2238-4E45-B8FD-EA37DA17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65100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9E05C22-DDA7-4158-A36F-98A23BFA1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803400"/>
            <a:ext cx="11379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Del modelo a la evidencia: diferenciar, medir, prevenir, documentar y automatizar.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587A63C-98E8-4EB4-9E75-AA330C96B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13792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8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Marco normativo: ISO 19650 y su adaptación local, el Plan BIM Perú (DS 289-2019-EF, hoja de ruta a 2025-2030).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8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Diferencias entre modelos: LOD/LOI/LOIN y el traspaso COBie hacia O&amp;M.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8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Indicadores: 14 KPI de gestión + indicadores de cumplimiento del modelo.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8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Riesgos técnicos: identificación preventiva apoyada en el modelo federado.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8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Matriz de observaciones: la trazabilidad que conecta auditoría y gestión, exigida en inversión pública peruana.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8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Automatización: Solibri, Dynamo y Navisworks como aceleradores, no reemplazo del criterio técnico.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67EFC49-9CCC-4F94-83F4-3D6B4890B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07AFE3A-EC3E-4723-9DBB-92298F10E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005E67D-B6C9-494D-91B9-2D7930083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D10B24C-EF34-4314-A746-4268EE81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45 / 47</a:t>
            </a:r>
          </a:p>
        </p:txBody>
      </p:sp>
    </p:spTree>
    <p:extLst>
      <p:ext uri="{BB962C8B-B14F-4D97-AF65-F5344CB8AC3E}">
        <p14:creationId xmlns:p14="http://schemas.microsoft.com/office/powerpoint/2010/main" val="1001806473"/>
      </p:ext>
    </p:extLst>
  </p:cSld>
</p:sld>
</file>

<file path=ppt/slides/slide4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57174C-A6B2-491D-B5AA-5F4869352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72B4ECB-4D49-4CD6-9DA5-6BBE39B13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905000"/>
            <a:ext cx="1137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FCC1C00-77B1-452C-BAA9-F898E5E9E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286000"/>
            <a:ext cx="104775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6B8F"/>
                </a:solidFill>
                <a:latin typeface="Arial"/>
                <a:ea typeface="Arial"/>
                <a:cs typeface="Arial"/>
              </a:rPr>
              <a:t>REFLEXIÓN FINAL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F167B0C-D9F5-4ADC-A63A-B577E167B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603500"/>
            <a:ext cx="10160000" cy="127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“La estandarización no se corrige a mitad de obra: se diseña el primer día del proyecto.”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5EBAC8C-45C4-4EF7-AA9C-3F9E07CDB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4064000"/>
            <a:ext cx="9842500" cy="1493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C9D6E4"/>
                </a:solidFill>
                <a:latin typeface="Arial"/>
                <a:ea typeface="Arial"/>
                <a:cs typeface="Arial"/>
              </a:rPr>
              <a:t>Cada nomenclatura, cada plantilla, cada regla de LOD/LOI que se define antes del primer trazo cuesta minutos. La misma regla, impuesta después de que el equipo ya modeló a su manera, cuesta semanas de retrabajo y observaciones repetidas. Auditar bien un modelo empieza por exigir, desde el kickoff, el mismo EIR, el mismo BEP y los mismos criterios de calidad para todas las disciplinas — en Gesconvial, esa disciplina temprana es la que hace que la auditoría sea una confirmación, no una corrección.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566E549-0368-4251-8FD8-ED48FA191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502400"/>
            <a:ext cx="1137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087632484"/>
      </p:ext>
    </p:extLst>
  </p:cSld>
</p:sld>
</file>

<file path=ppt/slides/slide4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0d0dafefa84a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80BB520-0BB7-4074-BDED-2793EF130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37AE40C-C15F-473D-BB7E-DEABEC0D9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731000"/>
            <a:ext cx="406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B3042AB-C152-42F2-9B60-ECEFDF1BA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1200" y="6731000"/>
            <a:ext cx="152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22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ddb3a649a844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0" y="0"/>
            <a:ext cx="5715000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B47FD55-F603-4B41-82A8-C10656265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197600"/>
            <a:ext cx="2413000" cy="40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0AED5EA-FA0F-47BF-ABB7-8ADA76E2D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197600"/>
            <a:ext cx="2413000" cy="40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GESCONVIAL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96FF52D-F002-407B-B791-2EDFB3580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667000"/>
            <a:ext cx="5588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SESIÓN 6 · AUDITORÍA Y CONTROL DE CALIDAD BIM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7BCBE31-1A1C-452D-9367-0BA8702E6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984500"/>
            <a:ext cx="5588000" cy="825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00"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¡Gracias!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ADE269B-DCE2-4AA6-8E06-9A6A61CB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873500"/>
            <a:ext cx="508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Preguntas, comentarios y observaciones son bienvenidos para seguir estandarizando juntos.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387D76B-E0B5-45A5-BD30-9A563F44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E52D7108-541C-458E-A153-7E6494450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DAA74D3-34C4-491B-8F56-44CC79444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A09BEA8-259A-42BD-A033-0A7A3064D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47 / 47</a:t>
            </a:r>
          </a:p>
        </p:txBody>
      </p:sp>
    </p:spTree>
    <p:extLst>
      <p:ext uri="{BB962C8B-B14F-4D97-AF65-F5344CB8AC3E}">
        <p14:creationId xmlns:p14="http://schemas.microsoft.com/office/powerpoint/2010/main" val="145499989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2026-09-18T04:08:28.7500000Z</dcterms:created>
  <dcterms:modified xsi:type="dcterms:W3CDTF">2026-09-18T04:08:28.7500000Z</dcterms:modified>
</coreProperties>
</file>